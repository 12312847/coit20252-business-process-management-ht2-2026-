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18" r:id="rId2"/>
    <p:sldId id="375" r:id="rId3"/>
    <p:sldId id="379" r:id="rId4"/>
    <p:sldId id="3335" r:id="rId5"/>
    <p:sldId id="3361" r:id="rId6"/>
    <p:sldId id="3378" r:id="rId7"/>
    <p:sldId id="3391" r:id="rId8"/>
    <p:sldId id="3377" r:id="rId9"/>
    <p:sldId id="3390" r:id="rId10"/>
    <p:sldId id="3385" r:id="rId11"/>
    <p:sldId id="3392" r:id="rId12"/>
    <p:sldId id="3337" r:id="rId13"/>
    <p:sldId id="3393" r:id="rId14"/>
    <p:sldId id="3379" r:id="rId15"/>
    <p:sldId id="3394" r:id="rId16"/>
    <p:sldId id="3395" r:id="rId17"/>
    <p:sldId id="3396" r:id="rId18"/>
    <p:sldId id="3397" r:id="rId19"/>
    <p:sldId id="3386" r:id="rId20"/>
    <p:sldId id="3398" r:id="rId21"/>
    <p:sldId id="3399" r:id="rId22"/>
    <p:sldId id="3381" r:id="rId23"/>
    <p:sldId id="3400" r:id="rId24"/>
    <p:sldId id="3382" r:id="rId25"/>
    <p:sldId id="3401" r:id="rId26"/>
    <p:sldId id="3338" r:id="rId27"/>
    <p:sldId id="3387" r:id="rId28"/>
    <p:sldId id="3402" r:id="rId29"/>
    <p:sldId id="3388" r:id="rId30"/>
    <p:sldId id="367" r:id="rId31"/>
    <p:sldId id="372" r:id="rId32"/>
    <p:sldId id="3403" r:id="rId33"/>
    <p:sldId id="37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tte Galea" userId="701232dc-f3df-449c-b8cb-e3ea8cdb528d" providerId="ADAL" clId="{62E6176C-ED5B-4218-90BD-BC8F8513D0AD}"/>
    <pc:docChg chg="undo redo custSel addSld delSld modSld sldOrd">
      <pc:chgData name="Gitte Galea" userId="701232dc-f3df-449c-b8cb-e3ea8cdb528d" providerId="ADAL" clId="{62E6176C-ED5B-4218-90BD-BC8F8513D0AD}" dt="2026-01-07T02:50:55.188" v="6220" actId="20577"/>
      <pc:docMkLst>
        <pc:docMk/>
      </pc:docMkLst>
      <pc:sldChg chg="modSp mod">
        <pc:chgData name="Gitte Galea" userId="701232dc-f3df-449c-b8cb-e3ea8cdb528d" providerId="ADAL" clId="{62E6176C-ED5B-4218-90BD-BC8F8513D0AD}" dt="2025-12-21T07:35:13.712" v="4307" actId="14100"/>
        <pc:sldMkLst>
          <pc:docMk/>
          <pc:sldMk cId="3204652446" sldId="318"/>
        </pc:sldMkLst>
        <pc:spChg chg="mod">
          <ac:chgData name="Gitte Galea" userId="701232dc-f3df-449c-b8cb-e3ea8cdb528d" providerId="ADAL" clId="{62E6176C-ED5B-4218-90BD-BC8F8513D0AD}" dt="2025-12-21T07:35:13.712" v="4307" actId="14100"/>
          <ac:spMkLst>
            <pc:docMk/>
            <pc:sldMk cId="3204652446" sldId="318"/>
            <ac:spMk id="3" creationId="{33C90742-2421-D039-902C-2983594DBA24}"/>
          </ac:spMkLst>
        </pc:spChg>
      </pc:sldChg>
      <pc:sldChg chg="addSp delSp modSp mod">
        <pc:chgData name="Gitte Galea" userId="701232dc-f3df-449c-b8cb-e3ea8cdb528d" providerId="ADAL" clId="{62E6176C-ED5B-4218-90BD-BC8F8513D0AD}" dt="2025-12-23T05:26:56.334" v="6093" actId="12"/>
        <pc:sldMkLst>
          <pc:docMk/>
          <pc:sldMk cId="1103520672" sldId="367"/>
        </pc:sldMkLst>
        <pc:spChg chg="mod">
          <ac:chgData name="Gitte Galea" userId="701232dc-f3df-449c-b8cb-e3ea8cdb528d" providerId="ADAL" clId="{62E6176C-ED5B-4218-90BD-BC8F8513D0AD}" dt="2025-12-23T05:26:56.334" v="6093" actId="12"/>
          <ac:spMkLst>
            <pc:docMk/>
            <pc:sldMk cId="1103520672" sldId="367"/>
            <ac:spMk id="3" creationId="{F0B16AE0-0FDA-2803-76D3-F7E7E46BD8B0}"/>
          </ac:spMkLst>
        </pc:spChg>
      </pc:sldChg>
      <pc:sldChg chg="modSp mod">
        <pc:chgData name="Gitte Galea" userId="701232dc-f3df-449c-b8cb-e3ea8cdb528d" providerId="ADAL" clId="{62E6176C-ED5B-4218-90BD-BC8F8513D0AD}" dt="2025-12-23T05:27:24.230" v="6106" actId="6549"/>
        <pc:sldMkLst>
          <pc:docMk/>
          <pc:sldMk cId="2043139748" sldId="372"/>
        </pc:sldMkLst>
        <pc:spChg chg="mod">
          <ac:chgData name="Gitte Galea" userId="701232dc-f3df-449c-b8cb-e3ea8cdb528d" providerId="ADAL" clId="{62E6176C-ED5B-4218-90BD-BC8F8513D0AD}" dt="2025-12-23T05:27:24.230" v="6106" actId="6549"/>
          <ac:spMkLst>
            <pc:docMk/>
            <pc:sldMk cId="2043139748" sldId="372"/>
            <ac:spMk id="3" creationId="{9985E3BC-D4A3-F882-CD4C-47846418A2DF}"/>
          </ac:spMkLst>
        </pc:spChg>
      </pc:sldChg>
      <pc:sldChg chg="modSp mod">
        <pc:chgData name="Gitte Galea" userId="701232dc-f3df-449c-b8cb-e3ea8cdb528d" providerId="ADAL" clId="{62E6176C-ED5B-4218-90BD-BC8F8513D0AD}" dt="2025-12-23T05:28:59.968" v="6164" actId="20577"/>
        <pc:sldMkLst>
          <pc:docMk/>
          <pc:sldMk cId="3277778851" sldId="373"/>
        </pc:sldMkLst>
        <pc:spChg chg="mod">
          <ac:chgData name="Gitte Galea" userId="701232dc-f3df-449c-b8cb-e3ea8cdb528d" providerId="ADAL" clId="{62E6176C-ED5B-4218-90BD-BC8F8513D0AD}" dt="2025-12-23T05:28:59.968" v="6164" actId="20577"/>
          <ac:spMkLst>
            <pc:docMk/>
            <pc:sldMk cId="3277778851" sldId="373"/>
            <ac:spMk id="3" creationId="{49808FCF-6A37-B674-BC7E-18D3F40DA2C2}"/>
          </ac:spMkLst>
        </pc:spChg>
      </pc:sldChg>
      <pc:sldChg chg="modSp add del mod">
        <pc:chgData name="Gitte Galea" userId="701232dc-f3df-449c-b8cb-e3ea8cdb528d" providerId="ADAL" clId="{62E6176C-ED5B-4218-90BD-BC8F8513D0AD}" dt="2026-01-07T02:50:55.188" v="6220" actId="20577"/>
        <pc:sldMkLst>
          <pc:docMk/>
          <pc:sldMk cId="3180548506" sldId="375"/>
        </pc:sldMkLst>
        <pc:spChg chg="mod">
          <ac:chgData name="Gitte Galea" userId="701232dc-f3df-449c-b8cb-e3ea8cdb528d" providerId="ADAL" clId="{62E6176C-ED5B-4218-90BD-BC8F8513D0AD}" dt="2026-01-07T02:50:55.188" v="6220" actId="20577"/>
          <ac:spMkLst>
            <pc:docMk/>
            <pc:sldMk cId="3180548506" sldId="375"/>
            <ac:spMk id="3" creationId="{AA055B00-69A3-E96D-A50C-8DA10834847A}"/>
          </ac:spMkLst>
        </pc:spChg>
      </pc:sldChg>
      <pc:sldChg chg="modSp mod">
        <pc:chgData name="Gitte Galea" userId="701232dc-f3df-449c-b8cb-e3ea8cdb528d" providerId="ADAL" clId="{62E6176C-ED5B-4218-90BD-BC8F8513D0AD}" dt="2025-12-21T07:36:20.257" v="4368" actId="20577"/>
        <pc:sldMkLst>
          <pc:docMk/>
          <pc:sldMk cId="2008701645" sldId="379"/>
        </pc:sldMkLst>
        <pc:spChg chg="mod">
          <ac:chgData name="Gitte Galea" userId="701232dc-f3df-449c-b8cb-e3ea8cdb528d" providerId="ADAL" clId="{62E6176C-ED5B-4218-90BD-BC8F8513D0AD}" dt="2025-12-21T07:36:20.257" v="4368" actId="20577"/>
          <ac:spMkLst>
            <pc:docMk/>
            <pc:sldMk cId="2008701645" sldId="379"/>
            <ac:spMk id="3" creationId="{8DE46E6F-A894-D319-65E7-3CE634518AC4}"/>
          </ac:spMkLst>
        </pc:spChg>
      </pc:sldChg>
      <pc:sldChg chg="addSp delSp modSp mod">
        <pc:chgData name="Gitte Galea" userId="701232dc-f3df-449c-b8cb-e3ea8cdb528d" providerId="ADAL" clId="{62E6176C-ED5B-4218-90BD-BC8F8513D0AD}" dt="2025-12-21T07:37:50.935" v="4427" actId="113"/>
        <pc:sldMkLst>
          <pc:docMk/>
          <pc:sldMk cId="2519097140" sldId="3335"/>
        </pc:sldMkLst>
        <pc:spChg chg="mod">
          <ac:chgData name="Gitte Galea" userId="701232dc-f3df-449c-b8cb-e3ea8cdb528d" providerId="ADAL" clId="{62E6176C-ED5B-4218-90BD-BC8F8513D0AD}" dt="2025-12-21T07:37:31.007" v="4421" actId="20577"/>
          <ac:spMkLst>
            <pc:docMk/>
            <pc:sldMk cId="2519097140" sldId="3335"/>
            <ac:spMk id="2" creationId="{4502CCD9-EAE4-05FE-443C-BA819FD8B1EC}"/>
          </ac:spMkLst>
        </pc:spChg>
        <pc:spChg chg="mod">
          <ac:chgData name="Gitte Galea" userId="701232dc-f3df-449c-b8cb-e3ea8cdb528d" providerId="ADAL" clId="{62E6176C-ED5B-4218-90BD-BC8F8513D0AD}" dt="2025-12-21T07:37:50.935" v="4427" actId="113"/>
          <ac:spMkLst>
            <pc:docMk/>
            <pc:sldMk cId="2519097140" sldId="3335"/>
            <ac:spMk id="3" creationId="{905DFCC4-1404-599A-CA36-2F5549B02E8D}"/>
          </ac:spMkLst>
        </pc:spChg>
      </pc:sldChg>
      <pc:sldChg chg="addSp delSp modSp mod">
        <pc:chgData name="Gitte Galea" userId="701232dc-f3df-449c-b8cb-e3ea8cdb528d" providerId="ADAL" clId="{62E6176C-ED5B-4218-90BD-BC8F8513D0AD}" dt="2025-12-21T07:54:56.284" v="5004" actId="20577"/>
        <pc:sldMkLst>
          <pc:docMk/>
          <pc:sldMk cId="797435237" sldId="3337"/>
        </pc:sldMkLst>
        <pc:spChg chg="mod">
          <ac:chgData name="Gitte Galea" userId="701232dc-f3df-449c-b8cb-e3ea8cdb528d" providerId="ADAL" clId="{62E6176C-ED5B-4218-90BD-BC8F8513D0AD}" dt="2025-12-21T07:54:56.284" v="5004" actId="20577"/>
          <ac:spMkLst>
            <pc:docMk/>
            <pc:sldMk cId="797435237" sldId="3337"/>
            <ac:spMk id="2" creationId="{94A6A0DF-C63F-3690-2EEF-858DF752AF9D}"/>
          </ac:spMkLst>
        </pc:spChg>
        <pc:spChg chg="mod">
          <ac:chgData name="Gitte Galea" userId="701232dc-f3df-449c-b8cb-e3ea8cdb528d" providerId="ADAL" clId="{62E6176C-ED5B-4218-90BD-BC8F8513D0AD}" dt="2025-12-21T07:54:21.248" v="4986" actId="14100"/>
          <ac:spMkLst>
            <pc:docMk/>
            <pc:sldMk cId="797435237" sldId="3337"/>
            <ac:spMk id="3" creationId="{57DF397F-023C-038C-732E-CBACF7E38C37}"/>
          </ac:spMkLst>
        </pc:spChg>
        <pc:spChg chg="add mod">
          <ac:chgData name="Gitte Galea" userId="701232dc-f3df-449c-b8cb-e3ea8cdb528d" providerId="ADAL" clId="{62E6176C-ED5B-4218-90BD-BC8F8513D0AD}" dt="2025-12-21T07:54:44.763" v="4992" actId="14100"/>
          <ac:spMkLst>
            <pc:docMk/>
            <pc:sldMk cId="797435237" sldId="3337"/>
            <ac:spMk id="7" creationId="{7F0EF9C6-BF3F-3BA0-B7C7-B8805B52449C}"/>
          </ac:spMkLst>
        </pc:spChg>
        <pc:picChg chg="add mod">
          <ac:chgData name="Gitte Galea" userId="701232dc-f3df-449c-b8cb-e3ea8cdb528d" providerId="ADAL" clId="{62E6176C-ED5B-4218-90BD-BC8F8513D0AD}" dt="2025-12-21T07:54:39.844" v="4991" actId="14100"/>
          <ac:picMkLst>
            <pc:docMk/>
            <pc:sldMk cId="797435237" sldId="3337"/>
            <ac:picMk id="6" creationId="{1D1887E8-CB8C-4A84-8BF3-94143B425BAE}"/>
          </ac:picMkLst>
        </pc:picChg>
      </pc:sldChg>
      <pc:sldChg chg="addSp delSp modSp mod ord">
        <pc:chgData name="Gitte Galea" userId="701232dc-f3df-449c-b8cb-e3ea8cdb528d" providerId="ADAL" clId="{62E6176C-ED5B-4218-90BD-BC8F8513D0AD}" dt="2025-12-23T05:21:06.841" v="5874" actId="1076"/>
        <pc:sldMkLst>
          <pc:docMk/>
          <pc:sldMk cId="1099086624" sldId="3338"/>
        </pc:sldMkLst>
        <pc:spChg chg="mod">
          <ac:chgData name="Gitte Galea" userId="701232dc-f3df-449c-b8cb-e3ea8cdb528d" providerId="ADAL" clId="{62E6176C-ED5B-4218-90BD-BC8F8513D0AD}" dt="2025-12-23T05:20:55.291" v="5871" actId="20577"/>
          <ac:spMkLst>
            <pc:docMk/>
            <pc:sldMk cId="1099086624" sldId="3338"/>
            <ac:spMk id="2" creationId="{95D65A21-D683-8B25-2EBC-E3C79CF7D229}"/>
          </ac:spMkLst>
        </pc:spChg>
        <pc:spChg chg="add mod">
          <ac:chgData name="Gitte Galea" userId="701232dc-f3df-449c-b8cb-e3ea8cdb528d" providerId="ADAL" clId="{62E6176C-ED5B-4218-90BD-BC8F8513D0AD}" dt="2025-12-23T05:21:06.841" v="5874" actId="1076"/>
          <ac:spMkLst>
            <pc:docMk/>
            <pc:sldMk cId="1099086624" sldId="3338"/>
            <ac:spMk id="6" creationId="{5D81AD3C-92B3-6F36-10F3-A46814F194FB}"/>
          </ac:spMkLst>
        </pc:spChg>
        <pc:picChg chg="add mod">
          <ac:chgData name="Gitte Galea" userId="701232dc-f3df-449c-b8cb-e3ea8cdb528d" providerId="ADAL" clId="{62E6176C-ED5B-4218-90BD-BC8F8513D0AD}" dt="2025-12-23T05:21:06.841" v="5874" actId="1076"/>
          <ac:picMkLst>
            <pc:docMk/>
            <pc:sldMk cId="1099086624" sldId="3338"/>
            <ac:picMk id="3" creationId="{38BC7856-993D-DFE4-43F3-1BA0A8927E1C}"/>
          </ac:picMkLst>
        </pc:picChg>
      </pc:sldChg>
      <pc:sldChg chg="modSp mod">
        <pc:chgData name="Gitte Galea" userId="701232dc-f3df-449c-b8cb-e3ea8cdb528d" providerId="ADAL" clId="{62E6176C-ED5B-4218-90BD-BC8F8513D0AD}" dt="2025-12-21T07:39:07.392" v="4483" actId="20577"/>
        <pc:sldMkLst>
          <pc:docMk/>
          <pc:sldMk cId="382509188" sldId="3361"/>
        </pc:sldMkLst>
        <pc:spChg chg="mod">
          <ac:chgData name="Gitte Galea" userId="701232dc-f3df-449c-b8cb-e3ea8cdb528d" providerId="ADAL" clId="{62E6176C-ED5B-4218-90BD-BC8F8513D0AD}" dt="2025-12-21T07:38:11.925" v="4441" actId="20577"/>
          <ac:spMkLst>
            <pc:docMk/>
            <pc:sldMk cId="382509188" sldId="3361"/>
            <ac:spMk id="2" creationId="{4625EBEA-87FB-EC38-5F34-3D14617AC6DE}"/>
          </ac:spMkLst>
        </pc:spChg>
        <pc:spChg chg="mod">
          <ac:chgData name="Gitte Galea" userId="701232dc-f3df-449c-b8cb-e3ea8cdb528d" providerId="ADAL" clId="{62E6176C-ED5B-4218-90BD-BC8F8513D0AD}" dt="2025-12-21T07:39:07.392" v="4483" actId="20577"/>
          <ac:spMkLst>
            <pc:docMk/>
            <pc:sldMk cId="382509188" sldId="3361"/>
            <ac:spMk id="3" creationId="{5438A793-5506-EB0C-677E-F57C800EF968}"/>
          </ac:spMkLst>
        </pc:spChg>
      </pc:sldChg>
      <pc:sldChg chg="modSp add mod">
        <pc:chgData name="Gitte Galea" userId="701232dc-f3df-449c-b8cb-e3ea8cdb528d" providerId="ADAL" clId="{62E6176C-ED5B-4218-90BD-BC8F8513D0AD}" dt="2025-12-21T07:48:03.375" v="4766" actId="12"/>
        <pc:sldMkLst>
          <pc:docMk/>
          <pc:sldMk cId="2286147267" sldId="3377"/>
        </pc:sldMkLst>
        <pc:spChg chg="mod">
          <ac:chgData name="Gitte Galea" userId="701232dc-f3df-449c-b8cb-e3ea8cdb528d" providerId="ADAL" clId="{62E6176C-ED5B-4218-90BD-BC8F8513D0AD}" dt="2025-12-21T07:46:43.609" v="4755" actId="14100"/>
          <ac:spMkLst>
            <pc:docMk/>
            <pc:sldMk cId="2286147267" sldId="3377"/>
            <ac:spMk id="2" creationId="{6891AAF4-A926-EF85-0C4E-1C41195E4A1F}"/>
          </ac:spMkLst>
        </pc:spChg>
        <pc:spChg chg="mod">
          <ac:chgData name="Gitte Galea" userId="701232dc-f3df-449c-b8cb-e3ea8cdb528d" providerId="ADAL" clId="{62E6176C-ED5B-4218-90BD-BC8F8513D0AD}" dt="2025-12-21T07:48:03.375" v="4766" actId="12"/>
          <ac:spMkLst>
            <pc:docMk/>
            <pc:sldMk cId="2286147267" sldId="3377"/>
            <ac:spMk id="3" creationId="{15DD74B6-6388-C1A8-3E6D-AAF56B350D42}"/>
          </ac:spMkLst>
        </pc:spChg>
      </pc:sldChg>
      <pc:sldChg chg="addSp delSp modSp add mod ord">
        <pc:chgData name="Gitte Galea" userId="701232dc-f3df-449c-b8cb-e3ea8cdb528d" providerId="ADAL" clId="{62E6176C-ED5B-4218-90BD-BC8F8513D0AD}" dt="2025-12-21T07:40:45.608" v="4532" actId="1076"/>
        <pc:sldMkLst>
          <pc:docMk/>
          <pc:sldMk cId="3103480695" sldId="3378"/>
        </pc:sldMkLst>
        <pc:spChg chg="mod">
          <ac:chgData name="Gitte Galea" userId="701232dc-f3df-449c-b8cb-e3ea8cdb528d" providerId="ADAL" clId="{62E6176C-ED5B-4218-90BD-BC8F8513D0AD}" dt="2025-12-21T07:40:20.058" v="4529" actId="20577"/>
          <ac:spMkLst>
            <pc:docMk/>
            <pc:sldMk cId="3103480695" sldId="3378"/>
            <ac:spMk id="2" creationId="{54AB4E7B-4A28-DD6C-ED5D-175EBA32A5C8}"/>
          </ac:spMkLst>
        </pc:spChg>
        <pc:spChg chg="add mod">
          <ac:chgData name="Gitte Galea" userId="701232dc-f3df-449c-b8cb-e3ea8cdb528d" providerId="ADAL" clId="{62E6176C-ED5B-4218-90BD-BC8F8513D0AD}" dt="2025-12-21T07:40:45.608" v="4532" actId="1076"/>
          <ac:spMkLst>
            <pc:docMk/>
            <pc:sldMk cId="3103480695" sldId="3378"/>
            <ac:spMk id="9" creationId="{85A416D8-F72D-6F6D-66A3-25490B6347F7}"/>
          </ac:spMkLst>
        </pc:spChg>
        <pc:spChg chg="add mod">
          <ac:chgData name="Gitte Galea" userId="701232dc-f3df-449c-b8cb-e3ea8cdb528d" providerId="ADAL" clId="{62E6176C-ED5B-4218-90BD-BC8F8513D0AD}" dt="2025-12-21T07:40:41.937" v="4531" actId="1076"/>
          <ac:spMkLst>
            <pc:docMk/>
            <pc:sldMk cId="3103480695" sldId="3378"/>
            <ac:spMk id="10" creationId="{9F24EC54-31C8-0C99-EFA4-7AB80BB92655}"/>
          </ac:spMkLst>
        </pc:spChg>
        <pc:picChg chg="add mod">
          <ac:chgData name="Gitte Galea" userId="701232dc-f3df-449c-b8cb-e3ea8cdb528d" providerId="ADAL" clId="{62E6176C-ED5B-4218-90BD-BC8F8513D0AD}" dt="2025-12-21T07:40:41.937" v="4531" actId="1076"/>
          <ac:picMkLst>
            <pc:docMk/>
            <pc:sldMk cId="3103480695" sldId="3378"/>
            <ac:picMk id="8" creationId="{BF04ED54-94C7-95B5-A609-0FE24CF53727}"/>
          </ac:picMkLst>
        </pc:picChg>
      </pc:sldChg>
      <pc:sldChg chg="modSp add mod">
        <pc:chgData name="Gitte Galea" userId="701232dc-f3df-449c-b8cb-e3ea8cdb528d" providerId="ADAL" clId="{62E6176C-ED5B-4218-90BD-BC8F8513D0AD}" dt="2025-12-21T07:58:02.036" v="5163" actId="20577"/>
        <pc:sldMkLst>
          <pc:docMk/>
          <pc:sldMk cId="65324204" sldId="3379"/>
        </pc:sldMkLst>
        <pc:spChg chg="mod">
          <ac:chgData name="Gitte Galea" userId="701232dc-f3df-449c-b8cb-e3ea8cdb528d" providerId="ADAL" clId="{62E6176C-ED5B-4218-90BD-BC8F8513D0AD}" dt="2025-12-21T07:56:57.527" v="5118" actId="20577"/>
          <ac:spMkLst>
            <pc:docMk/>
            <pc:sldMk cId="65324204" sldId="3379"/>
            <ac:spMk id="2" creationId="{3814FC1F-6D07-6C78-B3FD-8C07B6C0D012}"/>
          </ac:spMkLst>
        </pc:spChg>
        <pc:spChg chg="mod">
          <ac:chgData name="Gitte Galea" userId="701232dc-f3df-449c-b8cb-e3ea8cdb528d" providerId="ADAL" clId="{62E6176C-ED5B-4218-90BD-BC8F8513D0AD}" dt="2025-12-21T07:58:02.036" v="5163" actId="20577"/>
          <ac:spMkLst>
            <pc:docMk/>
            <pc:sldMk cId="65324204" sldId="3379"/>
            <ac:spMk id="3" creationId="{52FD8635-A073-85C5-D4D7-18A5769D410D}"/>
          </ac:spMkLst>
        </pc:spChg>
      </pc:sldChg>
      <pc:sldChg chg="addSp delSp modSp add mod">
        <pc:chgData name="Gitte Galea" userId="701232dc-f3df-449c-b8cb-e3ea8cdb528d" providerId="ADAL" clId="{62E6176C-ED5B-4218-90BD-BC8F8513D0AD}" dt="2025-12-22T21:54:07.402" v="5650" actId="11529"/>
        <pc:sldMkLst>
          <pc:docMk/>
          <pc:sldMk cId="4109275772" sldId="3381"/>
        </pc:sldMkLst>
        <pc:spChg chg="mod">
          <ac:chgData name="Gitte Galea" userId="701232dc-f3df-449c-b8cb-e3ea8cdb528d" providerId="ADAL" clId="{62E6176C-ED5B-4218-90BD-BC8F8513D0AD}" dt="2025-12-22T21:52:21.897" v="5604" actId="255"/>
          <ac:spMkLst>
            <pc:docMk/>
            <pc:sldMk cId="4109275772" sldId="3381"/>
            <ac:spMk id="2" creationId="{97141B20-0F25-0D26-7488-076399B06B96}"/>
          </ac:spMkLst>
        </pc:spChg>
        <pc:spChg chg="mod">
          <ac:chgData name="Gitte Galea" userId="701232dc-f3df-449c-b8cb-e3ea8cdb528d" providerId="ADAL" clId="{62E6176C-ED5B-4218-90BD-BC8F8513D0AD}" dt="2025-12-22T21:53:37.801" v="5649" actId="20577"/>
          <ac:spMkLst>
            <pc:docMk/>
            <pc:sldMk cId="4109275772" sldId="3381"/>
            <ac:spMk id="3" creationId="{9C876F67-286C-E13C-6184-BB517620F709}"/>
          </ac:spMkLst>
        </pc:spChg>
        <pc:spChg chg="add mod">
          <ac:chgData name="Gitte Galea" userId="701232dc-f3df-449c-b8cb-e3ea8cdb528d" providerId="ADAL" clId="{62E6176C-ED5B-4218-90BD-BC8F8513D0AD}" dt="2025-12-22T21:53:32.763" v="5647" actId="20577"/>
          <ac:spMkLst>
            <pc:docMk/>
            <pc:sldMk cId="4109275772" sldId="3381"/>
            <ac:spMk id="6" creationId="{867C520F-F0DF-8A0E-B4F2-817FF126FF19}"/>
          </ac:spMkLst>
        </pc:spChg>
        <pc:spChg chg="add mod">
          <ac:chgData name="Gitte Galea" userId="701232dc-f3df-449c-b8cb-e3ea8cdb528d" providerId="ADAL" clId="{62E6176C-ED5B-4218-90BD-BC8F8513D0AD}" dt="2025-12-22T21:52:45.099" v="5637" actId="20577"/>
          <ac:spMkLst>
            <pc:docMk/>
            <pc:sldMk cId="4109275772" sldId="3381"/>
            <ac:spMk id="9" creationId="{23C3F3C8-DEE0-93B5-5054-F70BD5777D30}"/>
          </ac:spMkLst>
        </pc:spChg>
        <pc:cxnChg chg="add">
          <ac:chgData name="Gitte Galea" userId="701232dc-f3df-449c-b8cb-e3ea8cdb528d" providerId="ADAL" clId="{62E6176C-ED5B-4218-90BD-BC8F8513D0AD}" dt="2025-12-22T21:54:07.402" v="5650" actId="11529"/>
          <ac:cxnSpMkLst>
            <pc:docMk/>
            <pc:sldMk cId="4109275772" sldId="3381"/>
            <ac:cxnSpMk id="11" creationId="{5287748E-DFB9-D5D5-83EA-F3CD3059256D}"/>
          </ac:cxnSpMkLst>
        </pc:cxnChg>
      </pc:sldChg>
      <pc:sldChg chg="modSp add mod ord">
        <pc:chgData name="Gitte Galea" userId="701232dc-f3df-449c-b8cb-e3ea8cdb528d" providerId="ADAL" clId="{62E6176C-ED5B-4218-90BD-BC8F8513D0AD}" dt="2025-12-23T05:18:26.243" v="5768"/>
        <pc:sldMkLst>
          <pc:docMk/>
          <pc:sldMk cId="2883657812" sldId="3382"/>
        </pc:sldMkLst>
        <pc:spChg chg="mod">
          <ac:chgData name="Gitte Galea" userId="701232dc-f3df-449c-b8cb-e3ea8cdb528d" providerId="ADAL" clId="{62E6176C-ED5B-4218-90BD-BC8F8513D0AD}" dt="2025-12-23T05:16:41.802" v="5735" actId="20577"/>
          <ac:spMkLst>
            <pc:docMk/>
            <pc:sldMk cId="2883657812" sldId="3382"/>
            <ac:spMk id="2" creationId="{58064B1B-7D6F-9F17-9A08-FD5C788A8797}"/>
          </ac:spMkLst>
        </pc:spChg>
        <pc:spChg chg="mod">
          <ac:chgData name="Gitte Galea" userId="701232dc-f3df-449c-b8cb-e3ea8cdb528d" providerId="ADAL" clId="{62E6176C-ED5B-4218-90BD-BC8F8513D0AD}" dt="2025-12-23T05:17:44.212" v="5764" actId="255"/>
          <ac:spMkLst>
            <pc:docMk/>
            <pc:sldMk cId="2883657812" sldId="3382"/>
            <ac:spMk id="3" creationId="{4B634E54-80B8-E7CF-B87B-980AB556FD23}"/>
          </ac:spMkLst>
        </pc:spChg>
      </pc:sldChg>
      <pc:sldChg chg="modSp add mod">
        <pc:chgData name="Gitte Galea" userId="701232dc-f3df-449c-b8cb-e3ea8cdb528d" providerId="ADAL" clId="{62E6176C-ED5B-4218-90BD-BC8F8513D0AD}" dt="2025-12-21T07:51:54.714" v="4875" actId="14100"/>
        <pc:sldMkLst>
          <pc:docMk/>
          <pc:sldMk cId="2510276502" sldId="3385"/>
        </pc:sldMkLst>
        <pc:spChg chg="mod">
          <ac:chgData name="Gitte Galea" userId="701232dc-f3df-449c-b8cb-e3ea8cdb528d" providerId="ADAL" clId="{62E6176C-ED5B-4218-90BD-BC8F8513D0AD}" dt="2025-12-21T07:50:36.478" v="4859" actId="20577"/>
          <ac:spMkLst>
            <pc:docMk/>
            <pc:sldMk cId="2510276502" sldId="3385"/>
            <ac:spMk id="2" creationId="{96967D68-5672-1C37-9CA4-83C8B3A6E2BE}"/>
          </ac:spMkLst>
        </pc:spChg>
        <pc:spChg chg="mod">
          <ac:chgData name="Gitte Galea" userId="701232dc-f3df-449c-b8cb-e3ea8cdb528d" providerId="ADAL" clId="{62E6176C-ED5B-4218-90BD-BC8F8513D0AD}" dt="2025-12-21T07:51:54.714" v="4875" actId="14100"/>
          <ac:spMkLst>
            <pc:docMk/>
            <pc:sldMk cId="2510276502" sldId="3385"/>
            <ac:spMk id="3" creationId="{742AE65D-3632-6AC3-C3A5-D27722F50F4B}"/>
          </ac:spMkLst>
        </pc:spChg>
      </pc:sldChg>
      <pc:sldChg chg="addSp delSp modSp add mod ord">
        <pc:chgData name="Gitte Galea" userId="701232dc-f3df-449c-b8cb-e3ea8cdb528d" providerId="ADAL" clId="{62E6176C-ED5B-4218-90BD-BC8F8513D0AD}" dt="2025-12-21T08:05:58.139" v="5413" actId="1076"/>
        <pc:sldMkLst>
          <pc:docMk/>
          <pc:sldMk cId="1235227941" sldId="3386"/>
        </pc:sldMkLst>
        <pc:spChg chg="mod">
          <ac:chgData name="Gitte Galea" userId="701232dc-f3df-449c-b8cb-e3ea8cdb528d" providerId="ADAL" clId="{62E6176C-ED5B-4218-90BD-BC8F8513D0AD}" dt="2025-12-21T08:05:00.360" v="5384" actId="20577"/>
          <ac:spMkLst>
            <pc:docMk/>
            <pc:sldMk cId="1235227941" sldId="3386"/>
            <ac:spMk id="2" creationId="{6F4BF8D0-F1F0-CBEA-C15E-BE38AEDB6E62}"/>
          </ac:spMkLst>
        </pc:spChg>
        <pc:spChg chg="add mod">
          <ac:chgData name="Gitte Galea" userId="701232dc-f3df-449c-b8cb-e3ea8cdb528d" providerId="ADAL" clId="{62E6176C-ED5B-4218-90BD-BC8F8513D0AD}" dt="2025-12-21T08:05:10.362" v="5387" actId="1076"/>
          <ac:spMkLst>
            <pc:docMk/>
            <pc:sldMk cId="1235227941" sldId="3386"/>
            <ac:spMk id="7" creationId="{981E9054-4E0C-842C-5823-0AC6E347E034}"/>
          </ac:spMkLst>
        </pc:spChg>
        <pc:spChg chg="add mod">
          <ac:chgData name="Gitte Galea" userId="701232dc-f3df-449c-b8cb-e3ea8cdb528d" providerId="ADAL" clId="{62E6176C-ED5B-4218-90BD-BC8F8513D0AD}" dt="2025-12-21T08:05:58.139" v="5413" actId="1076"/>
          <ac:spMkLst>
            <pc:docMk/>
            <pc:sldMk cId="1235227941" sldId="3386"/>
            <ac:spMk id="10" creationId="{8722BB8A-388B-B375-E553-6EFED0909034}"/>
          </ac:spMkLst>
        </pc:spChg>
        <pc:spChg chg="add mod">
          <ac:chgData name="Gitte Galea" userId="701232dc-f3df-449c-b8cb-e3ea8cdb528d" providerId="ADAL" clId="{62E6176C-ED5B-4218-90BD-BC8F8513D0AD}" dt="2025-12-21T08:05:39.338" v="5407" actId="20577"/>
          <ac:spMkLst>
            <pc:docMk/>
            <pc:sldMk cId="1235227941" sldId="3386"/>
            <ac:spMk id="11" creationId="{57349006-3503-FB00-682A-5432552DA108}"/>
          </ac:spMkLst>
        </pc:spChg>
        <pc:picChg chg="add mod">
          <ac:chgData name="Gitte Galea" userId="701232dc-f3df-449c-b8cb-e3ea8cdb528d" providerId="ADAL" clId="{62E6176C-ED5B-4218-90BD-BC8F8513D0AD}" dt="2025-12-21T08:05:04.509" v="5385" actId="1076"/>
          <ac:picMkLst>
            <pc:docMk/>
            <pc:sldMk cId="1235227941" sldId="3386"/>
            <ac:picMk id="6" creationId="{5CD980D4-5C43-9A7E-02F5-043D453D52BB}"/>
          </ac:picMkLst>
        </pc:picChg>
        <pc:picChg chg="add mod">
          <ac:chgData name="Gitte Galea" userId="701232dc-f3df-449c-b8cb-e3ea8cdb528d" providerId="ADAL" clId="{62E6176C-ED5B-4218-90BD-BC8F8513D0AD}" dt="2025-12-21T08:05:46.270" v="5409" actId="1076"/>
          <ac:picMkLst>
            <pc:docMk/>
            <pc:sldMk cId="1235227941" sldId="3386"/>
            <ac:picMk id="9" creationId="{1F518F3A-3BCB-9C5A-2E0A-D91B112DA9E8}"/>
          </ac:picMkLst>
        </pc:picChg>
      </pc:sldChg>
      <pc:sldChg chg="addSp delSp modSp add mod">
        <pc:chgData name="Gitte Galea" userId="701232dc-f3df-449c-b8cb-e3ea8cdb528d" providerId="ADAL" clId="{62E6176C-ED5B-4218-90BD-BC8F8513D0AD}" dt="2025-12-23T05:22:01.051" v="5906" actId="1076"/>
        <pc:sldMkLst>
          <pc:docMk/>
          <pc:sldMk cId="2757959253" sldId="3387"/>
        </pc:sldMkLst>
        <pc:spChg chg="mod">
          <ac:chgData name="Gitte Galea" userId="701232dc-f3df-449c-b8cb-e3ea8cdb528d" providerId="ADAL" clId="{62E6176C-ED5B-4218-90BD-BC8F8513D0AD}" dt="2025-12-23T05:21:35.807" v="5901" actId="20577"/>
          <ac:spMkLst>
            <pc:docMk/>
            <pc:sldMk cId="2757959253" sldId="3387"/>
            <ac:spMk id="2" creationId="{A9A660CE-F415-F3E3-E7B5-29E1EB2511F7}"/>
          </ac:spMkLst>
        </pc:spChg>
        <pc:spChg chg="add mod">
          <ac:chgData name="Gitte Galea" userId="701232dc-f3df-449c-b8cb-e3ea8cdb528d" providerId="ADAL" clId="{62E6176C-ED5B-4218-90BD-BC8F8513D0AD}" dt="2025-12-23T05:21:39.570" v="5902"/>
          <ac:spMkLst>
            <pc:docMk/>
            <pc:sldMk cId="2757959253" sldId="3387"/>
            <ac:spMk id="7" creationId="{BA3E7AC6-96F0-35D7-CD4E-21E26A11CB87}"/>
          </ac:spMkLst>
        </pc:spChg>
        <pc:picChg chg="add mod">
          <ac:chgData name="Gitte Galea" userId="701232dc-f3df-449c-b8cb-e3ea8cdb528d" providerId="ADAL" clId="{62E6176C-ED5B-4218-90BD-BC8F8513D0AD}" dt="2025-12-23T05:22:01.051" v="5906" actId="1076"/>
          <ac:picMkLst>
            <pc:docMk/>
            <pc:sldMk cId="2757959253" sldId="3387"/>
            <ac:picMk id="8" creationId="{8FBB7E4E-4DC9-4BD4-A72D-AAF90D1F07CF}"/>
          </ac:picMkLst>
        </pc:picChg>
      </pc:sldChg>
      <pc:sldChg chg="addSp delSp modSp add mod ord">
        <pc:chgData name="Gitte Galea" userId="701232dc-f3df-449c-b8cb-e3ea8cdb528d" providerId="ADAL" clId="{62E6176C-ED5B-4218-90BD-BC8F8513D0AD}" dt="2025-12-23T05:25:40.466" v="6070" actId="20577"/>
        <pc:sldMkLst>
          <pc:docMk/>
          <pc:sldMk cId="2087939699" sldId="3388"/>
        </pc:sldMkLst>
        <pc:spChg chg="mod">
          <ac:chgData name="Gitte Galea" userId="701232dc-f3df-449c-b8cb-e3ea8cdb528d" providerId="ADAL" clId="{62E6176C-ED5B-4218-90BD-BC8F8513D0AD}" dt="2025-12-23T05:25:40.466" v="6070" actId="20577"/>
          <ac:spMkLst>
            <pc:docMk/>
            <pc:sldMk cId="2087939699" sldId="3388"/>
            <ac:spMk id="2" creationId="{E822D717-A5A0-5F3D-8AB1-D34E767F8FBB}"/>
          </ac:spMkLst>
        </pc:spChg>
        <pc:spChg chg="add mod">
          <ac:chgData name="Gitte Galea" userId="701232dc-f3df-449c-b8cb-e3ea8cdb528d" providerId="ADAL" clId="{62E6176C-ED5B-4218-90BD-BC8F8513D0AD}" dt="2025-12-23T05:25:02.533" v="6034" actId="1076"/>
          <ac:spMkLst>
            <pc:docMk/>
            <pc:sldMk cId="2087939699" sldId="3388"/>
            <ac:spMk id="6" creationId="{D9AA0DCF-A682-841D-2277-5129E8086DB1}"/>
          </ac:spMkLst>
        </pc:spChg>
        <pc:picChg chg="add mod">
          <ac:chgData name="Gitte Galea" userId="701232dc-f3df-449c-b8cb-e3ea8cdb528d" providerId="ADAL" clId="{62E6176C-ED5B-4218-90BD-BC8F8513D0AD}" dt="2025-12-23T05:25:02.533" v="6034" actId="1076"/>
          <ac:picMkLst>
            <pc:docMk/>
            <pc:sldMk cId="2087939699" sldId="3388"/>
            <ac:picMk id="3" creationId="{56184768-6A8B-457C-BBAB-4927191456CC}"/>
          </ac:picMkLst>
        </pc:picChg>
      </pc:sldChg>
      <pc:sldChg chg="addSp delSp modSp add mod ord">
        <pc:chgData name="Gitte Galea" userId="701232dc-f3df-449c-b8cb-e3ea8cdb528d" providerId="ADAL" clId="{62E6176C-ED5B-4218-90BD-BC8F8513D0AD}" dt="2025-12-21T07:50:14.846" v="4845" actId="1076"/>
        <pc:sldMkLst>
          <pc:docMk/>
          <pc:sldMk cId="174432157" sldId="3390"/>
        </pc:sldMkLst>
        <pc:spChg chg="mod">
          <ac:chgData name="Gitte Galea" userId="701232dc-f3df-449c-b8cb-e3ea8cdb528d" providerId="ADAL" clId="{62E6176C-ED5B-4218-90BD-BC8F8513D0AD}" dt="2025-12-21T07:48:44.820" v="4791" actId="20577"/>
          <ac:spMkLst>
            <pc:docMk/>
            <pc:sldMk cId="174432157" sldId="3390"/>
            <ac:spMk id="2" creationId="{311E232A-5462-81B8-1465-38395D8FFA46}"/>
          </ac:spMkLst>
        </pc:spChg>
        <pc:spChg chg="mod">
          <ac:chgData name="Gitte Galea" userId="701232dc-f3df-449c-b8cb-e3ea8cdb528d" providerId="ADAL" clId="{62E6176C-ED5B-4218-90BD-BC8F8513D0AD}" dt="2025-12-21T07:49:34.671" v="4836" actId="20577"/>
          <ac:spMkLst>
            <pc:docMk/>
            <pc:sldMk cId="174432157" sldId="3390"/>
            <ac:spMk id="3" creationId="{D38EB7B9-94D1-678B-D330-B9BB255DA225}"/>
          </ac:spMkLst>
        </pc:spChg>
        <pc:spChg chg="add mod">
          <ac:chgData name="Gitte Galea" userId="701232dc-f3df-449c-b8cb-e3ea8cdb528d" providerId="ADAL" clId="{62E6176C-ED5B-4218-90BD-BC8F8513D0AD}" dt="2025-12-21T07:50:14.846" v="4845" actId="1076"/>
          <ac:spMkLst>
            <pc:docMk/>
            <pc:sldMk cId="174432157" sldId="3390"/>
            <ac:spMk id="9" creationId="{C7039671-260C-FA39-A1F8-1E971FC4E98C}"/>
          </ac:spMkLst>
        </pc:spChg>
        <pc:picChg chg="add mod">
          <ac:chgData name="Gitte Galea" userId="701232dc-f3df-449c-b8cb-e3ea8cdb528d" providerId="ADAL" clId="{62E6176C-ED5B-4218-90BD-BC8F8513D0AD}" dt="2025-12-21T07:50:07.518" v="4843" actId="1076"/>
          <ac:picMkLst>
            <pc:docMk/>
            <pc:sldMk cId="174432157" sldId="3390"/>
            <ac:picMk id="8" creationId="{C4E3A649-D8F7-E217-4A33-83157C00B5B5}"/>
          </ac:picMkLst>
        </pc:picChg>
      </pc:sldChg>
      <pc:sldChg chg="addSp delSp modSp add mod">
        <pc:chgData name="Gitte Galea" userId="701232dc-f3df-449c-b8cb-e3ea8cdb528d" providerId="ADAL" clId="{62E6176C-ED5B-4218-90BD-BC8F8513D0AD}" dt="2025-12-21T07:43:02.609" v="4622" actId="14100"/>
        <pc:sldMkLst>
          <pc:docMk/>
          <pc:sldMk cId="3532557352" sldId="3391"/>
        </pc:sldMkLst>
        <pc:spChg chg="mod">
          <ac:chgData name="Gitte Galea" userId="701232dc-f3df-449c-b8cb-e3ea8cdb528d" providerId="ADAL" clId="{62E6176C-ED5B-4218-90BD-BC8F8513D0AD}" dt="2025-12-21T07:42:09.403" v="4620" actId="20577"/>
          <ac:spMkLst>
            <pc:docMk/>
            <pc:sldMk cId="3532557352" sldId="3391"/>
            <ac:spMk id="2" creationId="{7A95E427-8C95-19D8-B5F5-3C1E2BFAB71B}"/>
          </ac:spMkLst>
        </pc:spChg>
        <pc:spChg chg="add mod">
          <ac:chgData name="Gitte Galea" userId="701232dc-f3df-449c-b8cb-e3ea8cdb528d" providerId="ADAL" clId="{62E6176C-ED5B-4218-90BD-BC8F8513D0AD}" dt="2025-12-21T07:41:45.792" v="4543" actId="1076"/>
          <ac:spMkLst>
            <pc:docMk/>
            <pc:sldMk cId="3532557352" sldId="3391"/>
            <ac:spMk id="6" creationId="{A4A2A52C-0E1A-C95A-304C-3E1BEFEB6BE4}"/>
          </ac:spMkLst>
        </pc:spChg>
        <pc:spChg chg="add mod">
          <ac:chgData name="Gitte Galea" userId="701232dc-f3df-449c-b8cb-e3ea8cdb528d" providerId="ADAL" clId="{62E6176C-ED5B-4218-90BD-BC8F8513D0AD}" dt="2025-12-21T07:43:02.609" v="4622" actId="14100"/>
          <ac:spMkLst>
            <pc:docMk/>
            <pc:sldMk cId="3532557352" sldId="3391"/>
            <ac:spMk id="7" creationId="{1DC407D2-8F1B-014D-72D7-51B18A887AF5}"/>
          </ac:spMkLst>
        </pc:spChg>
        <pc:picChg chg="add mod">
          <ac:chgData name="Gitte Galea" userId="701232dc-f3df-449c-b8cb-e3ea8cdb528d" providerId="ADAL" clId="{62E6176C-ED5B-4218-90BD-BC8F8513D0AD}" dt="2025-12-21T07:41:42.255" v="4542" actId="1076"/>
          <ac:picMkLst>
            <pc:docMk/>
            <pc:sldMk cId="3532557352" sldId="3391"/>
            <ac:picMk id="3" creationId="{3169F73F-2056-CDCD-4641-2B069DA00970}"/>
          </ac:picMkLst>
        </pc:picChg>
      </pc:sldChg>
      <pc:sldChg chg="addSp delSp modSp add mod ord">
        <pc:chgData name="Gitte Galea" userId="701232dc-f3df-449c-b8cb-e3ea8cdb528d" providerId="ADAL" clId="{62E6176C-ED5B-4218-90BD-BC8F8513D0AD}" dt="2025-12-21T07:53:12.097" v="4964" actId="1076"/>
        <pc:sldMkLst>
          <pc:docMk/>
          <pc:sldMk cId="4006379211" sldId="3392"/>
        </pc:sldMkLst>
        <pc:spChg chg="mod">
          <ac:chgData name="Gitte Galea" userId="701232dc-f3df-449c-b8cb-e3ea8cdb528d" providerId="ADAL" clId="{62E6176C-ED5B-4218-90BD-BC8F8513D0AD}" dt="2025-12-21T07:53:04.033" v="4962" actId="20577"/>
          <ac:spMkLst>
            <pc:docMk/>
            <pc:sldMk cId="4006379211" sldId="3392"/>
            <ac:spMk id="2" creationId="{BB8E07AA-53D2-C33D-0FA4-F0481888C43F}"/>
          </ac:spMkLst>
        </pc:spChg>
        <pc:spChg chg="add mod">
          <ac:chgData name="Gitte Galea" userId="701232dc-f3df-449c-b8cb-e3ea8cdb528d" providerId="ADAL" clId="{62E6176C-ED5B-4218-90BD-BC8F8513D0AD}" dt="2025-12-21T07:53:12.097" v="4964" actId="1076"/>
          <ac:spMkLst>
            <pc:docMk/>
            <pc:sldMk cId="4006379211" sldId="3392"/>
            <ac:spMk id="6" creationId="{AA327F82-4AEB-8285-0D09-F0DF376A85D0}"/>
          </ac:spMkLst>
        </pc:spChg>
        <pc:picChg chg="add mod">
          <ac:chgData name="Gitte Galea" userId="701232dc-f3df-449c-b8cb-e3ea8cdb528d" providerId="ADAL" clId="{62E6176C-ED5B-4218-90BD-BC8F8513D0AD}" dt="2025-12-21T07:53:07.839" v="4963" actId="1076"/>
          <ac:picMkLst>
            <pc:docMk/>
            <pc:sldMk cId="4006379211" sldId="3392"/>
            <ac:picMk id="3" creationId="{61988DC0-F7E3-BF2F-173B-9839961E9F1B}"/>
          </ac:picMkLst>
        </pc:picChg>
      </pc:sldChg>
      <pc:sldChg chg="addSp delSp modSp add mod ord">
        <pc:chgData name="Gitte Galea" userId="701232dc-f3df-449c-b8cb-e3ea8cdb528d" providerId="ADAL" clId="{62E6176C-ED5B-4218-90BD-BC8F8513D0AD}" dt="2025-12-21T07:56:26.181" v="5100" actId="1076"/>
        <pc:sldMkLst>
          <pc:docMk/>
          <pc:sldMk cId="2767831375" sldId="3393"/>
        </pc:sldMkLst>
        <pc:spChg chg="mod">
          <ac:chgData name="Gitte Galea" userId="701232dc-f3df-449c-b8cb-e3ea8cdb528d" providerId="ADAL" clId="{62E6176C-ED5B-4218-90BD-BC8F8513D0AD}" dt="2025-12-21T07:56:08.856" v="5095" actId="20577"/>
          <ac:spMkLst>
            <pc:docMk/>
            <pc:sldMk cId="2767831375" sldId="3393"/>
            <ac:spMk id="2" creationId="{A1AC2E83-39D2-2FE8-5DD9-70FF5208CA27}"/>
          </ac:spMkLst>
        </pc:spChg>
        <pc:spChg chg="add mod">
          <ac:chgData name="Gitte Galea" userId="701232dc-f3df-449c-b8cb-e3ea8cdb528d" providerId="ADAL" clId="{62E6176C-ED5B-4218-90BD-BC8F8513D0AD}" dt="2025-12-21T07:56:26.181" v="5100" actId="1076"/>
          <ac:spMkLst>
            <pc:docMk/>
            <pc:sldMk cId="2767831375" sldId="3393"/>
            <ac:spMk id="8" creationId="{35D1A55C-F46D-38E0-6FB0-BC87CA3F4B95}"/>
          </ac:spMkLst>
        </pc:spChg>
        <pc:picChg chg="add mod">
          <ac:chgData name="Gitte Galea" userId="701232dc-f3df-449c-b8cb-e3ea8cdb528d" providerId="ADAL" clId="{62E6176C-ED5B-4218-90BD-BC8F8513D0AD}" dt="2025-12-21T07:56:22.631" v="5099" actId="14100"/>
          <ac:picMkLst>
            <pc:docMk/>
            <pc:sldMk cId="2767831375" sldId="3393"/>
            <ac:picMk id="7" creationId="{40F78C48-CB68-B4E5-8720-402E8938FBC7}"/>
          </ac:picMkLst>
        </pc:picChg>
      </pc:sldChg>
      <pc:sldChg chg="addSp delSp modSp add mod ord">
        <pc:chgData name="Gitte Galea" userId="701232dc-f3df-449c-b8cb-e3ea8cdb528d" providerId="ADAL" clId="{62E6176C-ED5B-4218-90BD-BC8F8513D0AD}" dt="2025-12-21T07:59:07.646" v="5190" actId="1076"/>
        <pc:sldMkLst>
          <pc:docMk/>
          <pc:sldMk cId="2861646452" sldId="3394"/>
        </pc:sldMkLst>
        <pc:spChg chg="mod">
          <ac:chgData name="Gitte Galea" userId="701232dc-f3df-449c-b8cb-e3ea8cdb528d" providerId="ADAL" clId="{62E6176C-ED5B-4218-90BD-BC8F8513D0AD}" dt="2025-12-21T07:58:55.523" v="5186" actId="20577"/>
          <ac:spMkLst>
            <pc:docMk/>
            <pc:sldMk cId="2861646452" sldId="3394"/>
            <ac:spMk id="2" creationId="{64CE2E98-E5AC-25D8-1B74-127880F397D8}"/>
          </ac:spMkLst>
        </pc:spChg>
        <pc:spChg chg="add mod">
          <ac:chgData name="Gitte Galea" userId="701232dc-f3df-449c-b8cb-e3ea8cdb528d" providerId="ADAL" clId="{62E6176C-ED5B-4218-90BD-BC8F8513D0AD}" dt="2025-12-21T07:59:07.646" v="5190" actId="1076"/>
          <ac:spMkLst>
            <pc:docMk/>
            <pc:sldMk cId="2861646452" sldId="3394"/>
            <ac:spMk id="3" creationId="{3C2BFC34-E893-591A-06AC-EFF9BD7115F5}"/>
          </ac:spMkLst>
        </pc:spChg>
        <pc:picChg chg="add mod">
          <ac:chgData name="Gitte Galea" userId="701232dc-f3df-449c-b8cb-e3ea8cdb528d" providerId="ADAL" clId="{62E6176C-ED5B-4218-90BD-BC8F8513D0AD}" dt="2025-12-21T07:59:02.341" v="5188" actId="14100"/>
          <ac:picMkLst>
            <pc:docMk/>
            <pc:sldMk cId="2861646452" sldId="3394"/>
            <ac:picMk id="6" creationId="{34B54EB8-03C1-16BE-A148-BF9CC326617A}"/>
          </ac:picMkLst>
        </pc:picChg>
      </pc:sldChg>
      <pc:sldChg chg="modSp add mod ord">
        <pc:chgData name="Gitte Galea" userId="701232dc-f3df-449c-b8cb-e3ea8cdb528d" providerId="ADAL" clId="{62E6176C-ED5B-4218-90BD-BC8F8513D0AD}" dt="2025-12-21T08:00:20.302" v="5230" actId="20577"/>
        <pc:sldMkLst>
          <pc:docMk/>
          <pc:sldMk cId="717574124" sldId="3395"/>
        </pc:sldMkLst>
        <pc:spChg chg="mod">
          <ac:chgData name="Gitte Galea" userId="701232dc-f3df-449c-b8cb-e3ea8cdb528d" providerId="ADAL" clId="{62E6176C-ED5B-4218-90BD-BC8F8513D0AD}" dt="2025-12-21T08:00:01.824" v="5218" actId="20577"/>
          <ac:spMkLst>
            <pc:docMk/>
            <pc:sldMk cId="717574124" sldId="3395"/>
            <ac:spMk id="2" creationId="{97507FB8-9E15-C559-77C1-AC22A411DD86}"/>
          </ac:spMkLst>
        </pc:spChg>
        <pc:spChg chg="mod">
          <ac:chgData name="Gitte Galea" userId="701232dc-f3df-449c-b8cb-e3ea8cdb528d" providerId="ADAL" clId="{62E6176C-ED5B-4218-90BD-BC8F8513D0AD}" dt="2025-12-21T08:00:20.302" v="5230" actId="20577"/>
          <ac:spMkLst>
            <pc:docMk/>
            <pc:sldMk cId="717574124" sldId="3395"/>
            <ac:spMk id="3" creationId="{ADA21B62-A7B8-FB8F-526F-3415ACB12A82}"/>
          </ac:spMkLst>
        </pc:spChg>
      </pc:sldChg>
      <pc:sldChg chg="addSp modSp add mod">
        <pc:chgData name="Gitte Galea" userId="701232dc-f3df-449c-b8cb-e3ea8cdb528d" providerId="ADAL" clId="{62E6176C-ED5B-4218-90BD-BC8F8513D0AD}" dt="2025-12-21T08:02:16.097" v="5284" actId="1076"/>
        <pc:sldMkLst>
          <pc:docMk/>
          <pc:sldMk cId="2769046646" sldId="3396"/>
        </pc:sldMkLst>
        <pc:spChg chg="mod">
          <ac:chgData name="Gitte Galea" userId="701232dc-f3df-449c-b8cb-e3ea8cdb528d" providerId="ADAL" clId="{62E6176C-ED5B-4218-90BD-BC8F8513D0AD}" dt="2025-12-21T08:00:48.848" v="5263" actId="20577"/>
          <ac:spMkLst>
            <pc:docMk/>
            <pc:sldMk cId="2769046646" sldId="3396"/>
            <ac:spMk id="2" creationId="{C51C2FC8-B02C-A42F-5A53-DF12026CDAB0}"/>
          </ac:spMkLst>
        </pc:spChg>
        <pc:spChg chg="mod">
          <ac:chgData name="Gitte Galea" userId="701232dc-f3df-449c-b8cb-e3ea8cdb528d" providerId="ADAL" clId="{62E6176C-ED5B-4218-90BD-BC8F8513D0AD}" dt="2025-12-21T08:01:29.522" v="5275" actId="12"/>
          <ac:spMkLst>
            <pc:docMk/>
            <pc:sldMk cId="2769046646" sldId="3396"/>
            <ac:spMk id="3" creationId="{3E3781CC-4266-32B2-1BCE-AB54015081E5}"/>
          </ac:spMkLst>
        </pc:spChg>
        <pc:spChg chg="add mod">
          <ac:chgData name="Gitte Galea" userId="701232dc-f3df-449c-b8cb-e3ea8cdb528d" providerId="ADAL" clId="{62E6176C-ED5B-4218-90BD-BC8F8513D0AD}" dt="2025-12-21T08:02:16.097" v="5284" actId="1076"/>
          <ac:spMkLst>
            <pc:docMk/>
            <pc:sldMk cId="2769046646" sldId="3396"/>
            <ac:spMk id="7" creationId="{A6AAA6D5-0035-0274-D8C5-FD9AEA58E595}"/>
          </ac:spMkLst>
        </pc:spChg>
        <pc:picChg chg="add mod">
          <ac:chgData name="Gitte Galea" userId="701232dc-f3df-449c-b8cb-e3ea8cdb528d" providerId="ADAL" clId="{62E6176C-ED5B-4218-90BD-BC8F8513D0AD}" dt="2025-12-21T08:02:11.807" v="5283" actId="1076"/>
          <ac:picMkLst>
            <pc:docMk/>
            <pc:sldMk cId="2769046646" sldId="3396"/>
            <ac:picMk id="6" creationId="{8E9F46CA-E36F-72B4-22A2-72367EAE3953}"/>
          </ac:picMkLst>
        </pc:picChg>
      </pc:sldChg>
      <pc:sldChg chg="addSp modSp add mod ord">
        <pc:chgData name="Gitte Galea" userId="701232dc-f3df-449c-b8cb-e3ea8cdb528d" providerId="ADAL" clId="{62E6176C-ED5B-4218-90BD-BC8F8513D0AD}" dt="2025-12-21T08:03:53.750" v="5338" actId="14100"/>
        <pc:sldMkLst>
          <pc:docMk/>
          <pc:sldMk cId="1983868338" sldId="3397"/>
        </pc:sldMkLst>
        <pc:spChg chg="mod">
          <ac:chgData name="Gitte Galea" userId="701232dc-f3df-449c-b8cb-e3ea8cdb528d" providerId="ADAL" clId="{62E6176C-ED5B-4218-90BD-BC8F8513D0AD}" dt="2025-12-21T08:02:53.301" v="5310" actId="20577"/>
          <ac:spMkLst>
            <pc:docMk/>
            <pc:sldMk cId="1983868338" sldId="3397"/>
            <ac:spMk id="2" creationId="{0EAA40DB-6C6A-A980-D463-5CB364330563}"/>
          </ac:spMkLst>
        </pc:spChg>
        <pc:spChg chg="mod">
          <ac:chgData name="Gitte Galea" userId="701232dc-f3df-449c-b8cb-e3ea8cdb528d" providerId="ADAL" clId="{62E6176C-ED5B-4218-90BD-BC8F8513D0AD}" dt="2025-12-21T08:03:53.750" v="5338" actId="14100"/>
          <ac:spMkLst>
            <pc:docMk/>
            <pc:sldMk cId="1983868338" sldId="3397"/>
            <ac:spMk id="3" creationId="{6ECDD763-5307-1981-C7AF-F379C82C2F48}"/>
          </ac:spMkLst>
        </pc:spChg>
        <pc:spChg chg="add mod">
          <ac:chgData name="Gitte Galea" userId="701232dc-f3df-449c-b8cb-e3ea8cdb528d" providerId="ADAL" clId="{62E6176C-ED5B-4218-90BD-BC8F8513D0AD}" dt="2025-12-21T08:03:46.120" v="5337" actId="1076"/>
          <ac:spMkLst>
            <pc:docMk/>
            <pc:sldMk cId="1983868338" sldId="3397"/>
            <ac:spMk id="6" creationId="{C9675A18-F73F-F423-510D-995CFF8F1466}"/>
          </ac:spMkLst>
        </pc:spChg>
        <pc:picChg chg="add mod">
          <ac:chgData name="Gitte Galea" userId="701232dc-f3df-449c-b8cb-e3ea8cdb528d" providerId="ADAL" clId="{62E6176C-ED5B-4218-90BD-BC8F8513D0AD}" dt="2025-12-21T08:03:46.120" v="5337" actId="1076"/>
          <ac:picMkLst>
            <pc:docMk/>
            <pc:sldMk cId="1983868338" sldId="3397"/>
            <ac:picMk id="7" creationId="{B7F4AC72-A6D2-BBC3-07AA-A1678154B448}"/>
          </ac:picMkLst>
        </pc:picChg>
      </pc:sldChg>
      <pc:sldChg chg="addSp delSp modSp add mod">
        <pc:chgData name="Gitte Galea" userId="701232dc-f3df-449c-b8cb-e3ea8cdb528d" providerId="ADAL" clId="{62E6176C-ED5B-4218-90BD-BC8F8513D0AD}" dt="2025-12-22T21:48:57.360" v="5478" actId="20577"/>
        <pc:sldMkLst>
          <pc:docMk/>
          <pc:sldMk cId="2757326025" sldId="3398"/>
        </pc:sldMkLst>
        <pc:spChg chg="mod">
          <ac:chgData name="Gitte Galea" userId="701232dc-f3df-449c-b8cb-e3ea8cdb528d" providerId="ADAL" clId="{62E6176C-ED5B-4218-90BD-BC8F8513D0AD}" dt="2025-12-22T21:48:57.360" v="5478" actId="20577"/>
          <ac:spMkLst>
            <pc:docMk/>
            <pc:sldMk cId="2757326025" sldId="3398"/>
            <ac:spMk id="2" creationId="{5952E95B-658F-54FD-1472-BEE4BB0EE4CB}"/>
          </ac:spMkLst>
        </pc:spChg>
        <pc:spChg chg="add mod">
          <ac:chgData name="Gitte Galea" userId="701232dc-f3df-449c-b8cb-e3ea8cdb528d" providerId="ADAL" clId="{62E6176C-ED5B-4218-90BD-BC8F8513D0AD}" dt="2025-12-22T21:48:37.909" v="5428" actId="1076"/>
          <ac:spMkLst>
            <pc:docMk/>
            <pc:sldMk cId="2757326025" sldId="3398"/>
            <ac:spMk id="8" creationId="{A8425EFC-6D40-9918-E98F-EABBD35230E4}"/>
          </ac:spMkLst>
        </pc:spChg>
        <pc:spChg chg="add mod">
          <ac:chgData name="Gitte Galea" userId="701232dc-f3df-449c-b8cb-e3ea8cdb528d" providerId="ADAL" clId="{62E6176C-ED5B-4218-90BD-BC8F8513D0AD}" dt="2025-12-22T21:48:18.085" v="5423" actId="14100"/>
          <ac:spMkLst>
            <pc:docMk/>
            <pc:sldMk cId="2757326025" sldId="3398"/>
            <ac:spMk id="12" creationId="{6A857C25-A2E7-1853-0CE9-6E9505E620A1}"/>
          </ac:spMkLst>
        </pc:spChg>
        <pc:picChg chg="add mod">
          <ac:chgData name="Gitte Galea" userId="701232dc-f3df-449c-b8cb-e3ea8cdb528d" providerId="ADAL" clId="{62E6176C-ED5B-4218-90BD-BC8F8513D0AD}" dt="2025-12-22T21:48:27.123" v="5425" actId="14100"/>
          <ac:picMkLst>
            <pc:docMk/>
            <pc:sldMk cId="2757326025" sldId="3398"/>
            <ac:picMk id="3" creationId="{FFFC9344-6679-E126-3BCD-970F099E338F}"/>
          </ac:picMkLst>
        </pc:picChg>
      </pc:sldChg>
      <pc:sldChg chg="addSp delSp modSp add mod">
        <pc:chgData name="Gitte Galea" userId="701232dc-f3df-449c-b8cb-e3ea8cdb528d" providerId="ADAL" clId="{62E6176C-ED5B-4218-90BD-BC8F8513D0AD}" dt="2025-12-22T21:50:03.046" v="5524" actId="1076"/>
        <pc:sldMkLst>
          <pc:docMk/>
          <pc:sldMk cId="3257818325" sldId="3399"/>
        </pc:sldMkLst>
        <pc:spChg chg="mod">
          <ac:chgData name="Gitte Galea" userId="701232dc-f3df-449c-b8cb-e3ea8cdb528d" providerId="ADAL" clId="{62E6176C-ED5B-4218-90BD-BC8F8513D0AD}" dt="2025-12-22T21:49:45.416" v="5521" actId="20577"/>
          <ac:spMkLst>
            <pc:docMk/>
            <pc:sldMk cId="3257818325" sldId="3399"/>
            <ac:spMk id="2" creationId="{71588D99-7A84-E407-06E8-F26A07D1F199}"/>
          </ac:spMkLst>
        </pc:spChg>
        <pc:spChg chg="add mod">
          <ac:chgData name="Gitte Galea" userId="701232dc-f3df-449c-b8cb-e3ea8cdb528d" providerId="ADAL" clId="{62E6176C-ED5B-4218-90BD-BC8F8513D0AD}" dt="2025-12-22T21:50:03.046" v="5524" actId="1076"/>
          <ac:spMkLst>
            <pc:docMk/>
            <pc:sldMk cId="3257818325" sldId="3399"/>
            <ac:spMk id="7" creationId="{7E1CF55D-6ED0-43A8-65F9-398ED1B62944}"/>
          </ac:spMkLst>
        </pc:spChg>
        <pc:spChg chg="add mod">
          <ac:chgData name="Gitte Galea" userId="701232dc-f3df-449c-b8cb-e3ea8cdb528d" providerId="ADAL" clId="{62E6176C-ED5B-4218-90BD-BC8F8513D0AD}" dt="2025-12-22T21:49:53.687" v="5522" actId="207"/>
          <ac:spMkLst>
            <pc:docMk/>
            <pc:sldMk cId="3257818325" sldId="3399"/>
            <ac:spMk id="9" creationId="{66F40BA8-A740-294A-C439-27FB59F95DC0}"/>
          </ac:spMkLst>
        </pc:spChg>
        <pc:picChg chg="add mod">
          <ac:chgData name="Gitte Galea" userId="701232dc-f3df-449c-b8cb-e3ea8cdb528d" providerId="ADAL" clId="{62E6176C-ED5B-4218-90BD-BC8F8513D0AD}" dt="2025-12-22T21:49:38.145" v="5484" actId="14100"/>
          <ac:picMkLst>
            <pc:docMk/>
            <pc:sldMk cId="3257818325" sldId="3399"/>
            <ac:picMk id="6" creationId="{38E27555-AC44-2F45-9879-04933D0691D2}"/>
          </ac:picMkLst>
        </pc:picChg>
      </pc:sldChg>
      <pc:sldChg chg="addSp delSp modSp add mod ord">
        <pc:chgData name="Gitte Galea" userId="701232dc-f3df-449c-b8cb-e3ea8cdb528d" providerId="ADAL" clId="{62E6176C-ED5B-4218-90BD-BC8F8513D0AD}" dt="2025-12-23T05:05:15.917" v="5711" actId="1076"/>
        <pc:sldMkLst>
          <pc:docMk/>
          <pc:sldMk cId="2268728129" sldId="3400"/>
        </pc:sldMkLst>
        <pc:spChg chg="mod">
          <ac:chgData name="Gitte Galea" userId="701232dc-f3df-449c-b8cb-e3ea8cdb528d" providerId="ADAL" clId="{62E6176C-ED5B-4218-90BD-BC8F8513D0AD}" dt="2025-12-23T05:03:55.449" v="5693" actId="20577"/>
          <ac:spMkLst>
            <pc:docMk/>
            <pc:sldMk cId="2268728129" sldId="3400"/>
            <ac:spMk id="2" creationId="{088DEC5C-E6F5-FEF1-6050-2B573D1EFC53}"/>
          </ac:spMkLst>
        </pc:spChg>
        <pc:spChg chg="mod">
          <ac:chgData name="Gitte Galea" userId="701232dc-f3df-449c-b8cb-e3ea8cdb528d" providerId="ADAL" clId="{62E6176C-ED5B-4218-90BD-BC8F8513D0AD}" dt="2025-12-23T05:05:07.442" v="5709" actId="20577"/>
          <ac:spMkLst>
            <pc:docMk/>
            <pc:sldMk cId="2268728129" sldId="3400"/>
            <ac:spMk id="3" creationId="{476B02FD-1DD2-780B-1564-AB63D1A77C9F}"/>
          </ac:spMkLst>
        </pc:spChg>
        <pc:spChg chg="add mod">
          <ac:chgData name="Gitte Galea" userId="701232dc-f3df-449c-b8cb-e3ea8cdb528d" providerId="ADAL" clId="{62E6176C-ED5B-4218-90BD-BC8F8513D0AD}" dt="2025-12-23T05:05:15.917" v="5711" actId="1076"/>
          <ac:spMkLst>
            <pc:docMk/>
            <pc:sldMk cId="2268728129" sldId="3400"/>
            <ac:spMk id="9" creationId="{DC2B92FE-2514-F641-E6F0-FF6A33D718E7}"/>
          </ac:spMkLst>
        </pc:spChg>
        <pc:picChg chg="add mod">
          <ac:chgData name="Gitte Galea" userId="701232dc-f3df-449c-b8cb-e3ea8cdb528d" providerId="ADAL" clId="{62E6176C-ED5B-4218-90BD-BC8F8513D0AD}" dt="2025-12-23T05:05:13.389" v="5710" actId="1076"/>
          <ac:picMkLst>
            <pc:docMk/>
            <pc:sldMk cId="2268728129" sldId="3400"/>
            <ac:picMk id="8" creationId="{7CCD2316-620E-2B5B-E889-F1F03B8528B2}"/>
          </ac:picMkLst>
        </pc:picChg>
      </pc:sldChg>
      <pc:sldChg chg="modSp add mod ord">
        <pc:chgData name="Gitte Galea" userId="701232dc-f3df-449c-b8cb-e3ea8cdb528d" providerId="ADAL" clId="{62E6176C-ED5B-4218-90BD-BC8F8513D0AD}" dt="2025-12-23T05:20:16.606" v="5856" actId="20577"/>
        <pc:sldMkLst>
          <pc:docMk/>
          <pc:sldMk cId="1347847212" sldId="3401"/>
        </pc:sldMkLst>
        <pc:spChg chg="mod">
          <ac:chgData name="Gitte Galea" userId="701232dc-f3df-449c-b8cb-e3ea8cdb528d" providerId="ADAL" clId="{62E6176C-ED5B-4218-90BD-BC8F8513D0AD}" dt="2025-12-23T05:19:53.124" v="5833" actId="14100"/>
          <ac:spMkLst>
            <pc:docMk/>
            <pc:sldMk cId="1347847212" sldId="3401"/>
            <ac:spMk id="2" creationId="{BF455C23-1BB7-863D-56DB-235E678BB92C}"/>
          </ac:spMkLst>
        </pc:spChg>
        <pc:spChg chg="mod">
          <ac:chgData name="Gitte Galea" userId="701232dc-f3df-449c-b8cb-e3ea8cdb528d" providerId="ADAL" clId="{62E6176C-ED5B-4218-90BD-BC8F8513D0AD}" dt="2025-12-23T05:20:16.606" v="5856" actId="20577"/>
          <ac:spMkLst>
            <pc:docMk/>
            <pc:sldMk cId="1347847212" sldId="3401"/>
            <ac:spMk id="3" creationId="{D9BE58E6-8BCE-2392-23AF-946529D395B6}"/>
          </ac:spMkLst>
        </pc:spChg>
      </pc:sldChg>
      <pc:sldChg chg="modSp add mod ord">
        <pc:chgData name="Gitte Galea" userId="701232dc-f3df-449c-b8cb-e3ea8cdb528d" providerId="ADAL" clId="{62E6176C-ED5B-4218-90BD-BC8F8513D0AD}" dt="2025-12-23T05:24:15.040" v="6028" actId="20577"/>
        <pc:sldMkLst>
          <pc:docMk/>
          <pc:sldMk cId="2468561925" sldId="3402"/>
        </pc:sldMkLst>
        <pc:spChg chg="mod">
          <ac:chgData name="Gitte Galea" userId="701232dc-f3df-449c-b8cb-e3ea8cdb528d" providerId="ADAL" clId="{62E6176C-ED5B-4218-90BD-BC8F8513D0AD}" dt="2025-12-23T05:23:04.835" v="5987" actId="20577"/>
          <ac:spMkLst>
            <pc:docMk/>
            <pc:sldMk cId="2468561925" sldId="3402"/>
            <ac:spMk id="2" creationId="{1F058170-6AE2-990D-6C84-C5E6B94F880D}"/>
          </ac:spMkLst>
        </pc:spChg>
        <pc:spChg chg="mod">
          <ac:chgData name="Gitte Galea" userId="701232dc-f3df-449c-b8cb-e3ea8cdb528d" providerId="ADAL" clId="{62E6176C-ED5B-4218-90BD-BC8F8513D0AD}" dt="2025-12-23T05:24:15.040" v="6028" actId="20577"/>
          <ac:spMkLst>
            <pc:docMk/>
            <pc:sldMk cId="2468561925" sldId="3402"/>
            <ac:spMk id="3" creationId="{F6B10D1D-6285-F34D-5707-7C41F9B9A3D0}"/>
          </ac:spMkLst>
        </pc:spChg>
      </pc:sldChg>
      <pc:sldChg chg="modSp add mod">
        <pc:chgData name="Gitte Galea" userId="701232dc-f3df-449c-b8cb-e3ea8cdb528d" providerId="ADAL" clId="{62E6176C-ED5B-4218-90BD-BC8F8513D0AD}" dt="2025-12-23T05:28:15.609" v="6109" actId="255"/>
        <pc:sldMkLst>
          <pc:docMk/>
          <pc:sldMk cId="2710413577" sldId="3403"/>
        </pc:sldMkLst>
        <pc:spChg chg="mod">
          <ac:chgData name="Gitte Galea" userId="701232dc-f3df-449c-b8cb-e3ea8cdb528d" providerId="ADAL" clId="{62E6176C-ED5B-4218-90BD-BC8F8513D0AD}" dt="2025-12-23T05:28:15.609" v="6109" actId="255"/>
          <ac:spMkLst>
            <pc:docMk/>
            <pc:sldMk cId="2710413577" sldId="3403"/>
            <ac:spMk id="3" creationId="{3DA3DD55-8074-2E4E-98BC-EA0545DF5F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8788-743C-4F98-834B-C526BF2BC7A2}" type="datetimeFigureOut">
              <a:rPr lang="en-AU" smtClean="0"/>
              <a:t>7/01/2026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60364-6F04-46FE-B6FD-102D595AF4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89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2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E50EB-36AD-7ED1-9249-09C98BC2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FDD90-10B3-371D-8D1E-1433CD7F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06F4B-4B15-44E1-AD5C-BA40680DA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290C-978B-F9CA-DB63-D950D1104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20767-AD58-A878-7EC6-83AAA08C4A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C0737-A93D-58AD-2744-DF685907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61F4-65B5-1D47-6774-B569E50D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FEB30-268E-E5CD-B289-FC231438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54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16FA-FC1C-CD7C-DBB1-170EA1C90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C1D2B-A2DD-0AB5-9856-50352511E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8B330-F07A-F98C-E268-3378B3DA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50C83-AA63-7D25-72FA-49BCF57A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163CE-E7C7-8CE8-E371-8E99255C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753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90F7-B138-C0FE-D7AC-D508ED5D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709FF-FE4F-028A-E5C7-02247A616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AE7DF-AF77-F9FE-F6B1-CADBCEFD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A21BE-AF58-52DA-579A-8F249A03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431B3-49DD-0D6C-3AEA-3C9F50F9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228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0C420-1389-637B-2CD8-A4ED68BF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A8F13-5F55-202B-D174-274F888D9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2A16F-6592-7D77-C8F7-AC62C8600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3A7ED-C177-1947-1EE9-EB58BA4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6BA28-766C-6323-D005-D7989DD3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793C3-F786-0468-A265-EA69E153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38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9C9F-0770-3A1E-790E-449AA6206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B8539-EDF6-12D0-0CF1-508BAC142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6F531-8AB9-B45B-5766-186564AC2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F784C-5B97-0B5C-8214-4832216BA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58E7F6-931D-697D-BD75-AF21082A7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5DD8D-03CF-0D1D-B72C-33C32B25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15414-94DD-31B3-750C-3622BBDC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A7387-2A85-3339-BA9C-BBD2DAEF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458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DBF65-F289-937A-BE60-7334191D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A25940-E7D2-85A7-7E8D-B3B13EB5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43176-30EC-F6CC-AFE8-06D89AB7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88A7CB-D4ED-B9B9-4EDB-51AD8F9B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93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874CC-C420-4CAD-98E3-1F68590D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5AE65-6746-37B8-C2B5-536F7604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5C0F-E012-BDA3-CAC1-A8D9BD18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45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949B-51B6-DE6C-98E1-703E5BB4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BD73-98F9-8214-EA26-7EEFE0D7C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37EFA-6F7A-0C59-7DAA-2C4381DCD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DA29-2C39-84DC-3299-F5ABB859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7A9FA-76BD-B0B9-558C-226DFDE1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48FF4-337F-28E7-3D50-6B484392E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55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C267-8642-9C7B-349F-0417380FF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1FD0B-3D32-64B9-B19A-22495F43A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7108-8F9D-71E0-3BF6-F834B9F26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AE2FB-9E01-9B3D-8B9C-DFB1B305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02018-ACE8-0300-6C1B-7C1869A9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34463-A84A-5E13-EBC6-AC4D2992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14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D3A5-182F-5203-22C1-9EA80F6C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9B4D7-BBA6-6532-A1F3-3E959A1BE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60E94-040F-EFBE-D713-154DB850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28ED-CB0D-B597-A38B-98E87E6F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1A028-1193-7AE8-5A35-BF37458C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80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060DB-BC1B-7D3F-53E9-1E44AC904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12114-5C34-697A-8FC8-C3628265F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D5E3C-A54B-B727-1978-E4F2EEE8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08A6D-DFDB-422E-1227-1A49CC0E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E9B0-5BDE-88F4-C34D-EF986687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8367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Internal standar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4B3005-D69D-A890-A3CD-373CD819A454}"/>
              </a:ext>
            </a:extLst>
          </p:cNvPr>
          <p:cNvCxnSpPr>
            <a:cxnSpLocks/>
          </p:cNvCxnSpPr>
          <p:nvPr userDrawn="1"/>
        </p:nvCxnSpPr>
        <p:spPr>
          <a:xfrm>
            <a:off x="511628" y="740231"/>
            <a:ext cx="9710058" cy="0"/>
          </a:xfrm>
          <a:prstGeom prst="line">
            <a:avLst/>
          </a:prstGeom>
          <a:ln w="12700">
            <a:solidFill>
              <a:srgbClr val="2751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7AF468-AFB4-F139-510C-E86075D6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3742C-2264-C88B-47F8-F37591E31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708D0-1E9E-33A3-2EDB-5DBB91C79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454A8D1-664A-4A38-8583-45D1791718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166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D0D69D-5BDC-4A26-A005-890042B7F8F8}"/>
              </a:ext>
            </a:extLst>
          </p:cNvPr>
          <p:cNvSpPr/>
          <p:nvPr/>
        </p:nvSpPr>
        <p:spPr>
          <a:xfrm>
            <a:off x="817563" y="1"/>
            <a:ext cx="592347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2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92381-0414-0BBF-C8DA-C971609D1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AU"/>
              <a:t>COIT20252 Business Process Management</a:t>
            </a:r>
            <a:endParaRPr lang="en-AU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4235C79-B657-5EDF-7632-800DF6D0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F91E96-DA2D-EBBC-DB05-79833953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DC22083-ED49-CB3C-572B-8A833FD76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C9579C-1566-287B-12F4-1ACA31F8B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B60B7-6D5B-43E1-AE9F-360B268CF7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96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;p8">
            <a:extLst>
              <a:ext uri="{FF2B5EF4-FFF2-40B4-BE49-F238E27FC236}">
                <a16:creationId xmlns:a16="http://schemas.microsoft.com/office/drawing/2014/main" id="{7C332977-69AD-082A-F97F-08E4887E4804}"/>
              </a:ext>
            </a:extLst>
          </p:cNvPr>
          <p:cNvSpPr txBox="1"/>
          <p:nvPr/>
        </p:nvSpPr>
        <p:spPr>
          <a:xfrm>
            <a:off x="529239" y="2462754"/>
            <a:ext cx="750932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800" b="1" dirty="0">
                <a:solidFill>
                  <a:srgbClr val="C7DB5C"/>
                </a:solidFill>
                <a:latin typeface="Georgia" panose="02040502050405020303" pitchFamily="18" charset="0"/>
                <a:ea typeface="Roboto Condensed" panose="02000000000000000000" pitchFamily="2" charset="0"/>
                <a:cs typeface="Arial Narrow" panose="020B0604020202020204" pitchFamily="34" charset="0"/>
                <a:sym typeface="Montserrat"/>
              </a:rPr>
              <a:t>COIT20252</a:t>
            </a:r>
            <a:br>
              <a:rPr lang="en-AU" sz="4800" b="1" dirty="0">
                <a:solidFill>
                  <a:srgbClr val="C7DB5C"/>
                </a:solidFill>
                <a:latin typeface="Georgia" panose="02040502050405020303" pitchFamily="18" charset="0"/>
                <a:ea typeface="Roboto Condensed" panose="02000000000000000000" pitchFamily="2" charset="0"/>
                <a:cs typeface="Arial Narrow" panose="020B0604020202020204" pitchFamily="34" charset="0"/>
                <a:sym typeface="Montserrat"/>
              </a:rPr>
            </a:br>
            <a:r>
              <a:rPr lang="en-AU" sz="4800" b="1" dirty="0">
                <a:solidFill>
                  <a:srgbClr val="C7DB5C"/>
                </a:solidFill>
                <a:latin typeface="Georgia" panose="02040502050405020303" pitchFamily="18" charset="0"/>
                <a:ea typeface="Roboto Condensed" panose="02000000000000000000" pitchFamily="2" charset="0"/>
                <a:cs typeface="Arial Narrow" panose="020B0604020202020204" pitchFamily="34" charset="0"/>
                <a:sym typeface="Montserrat"/>
              </a:rPr>
              <a:t>Business Process</a:t>
            </a:r>
            <a:br>
              <a:rPr lang="en-AU" sz="4800" b="1" dirty="0">
                <a:solidFill>
                  <a:srgbClr val="C7DB5C"/>
                </a:solidFill>
                <a:latin typeface="Georgia" panose="02040502050405020303" pitchFamily="18" charset="0"/>
                <a:ea typeface="Roboto Condensed" panose="02000000000000000000" pitchFamily="2" charset="0"/>
                <a:cs typeface="Arial Narrow" panose="020B0604020202020204" pitchFamily="34" charset="0"/>
                <a:sym typeface="Montserrat"/>
              </a:rPr>
            </a:br>
            <a:r>
              <a:rPr lang="en-AU" sz="4800" b="1" dirty="0">
                <a:solidFill>
                  <a:srgbClr val="C7DB5C"/>
                </a:solidFill>
                <a:latin typeface="Georgia" panose="02040502050405020303" pitchFamily="18" charset="0"/>
                <a:ea typeface="Roboto Condensed" panose="02000000000000000000" pitchFamily="2" charset="0"/>
                <a:cs typeface="Arial Narrow" panose="020B0604020202020204" pitchFamily="34" charset="0"/>
                <a:sym typeface="Montserrat"/>
              </a:rPr>
              <a:t>Management</a:t>
            </a:r>
            <a:endParaRPr b="1" dirty="0">
              <a:solidFill>
                <a:srgbClr val="C7DB5C"/>
              </a:solidFill>
              <a:latin typeface="Georgia" panose="02040502050405020303" pitchFamily="18" charset="0"/>
              <a:ea typeface="Roboto Condensed" panose="02000000000000000000" pitchFamily="2" charset="0"/>
              <a:cs typeface="Arial Narrow" panose="020B0604020202020204" pitchFamily="34" charset="0"/>
              <a:sym typeface="Montserrat"/>
            </a:endParaRPr>
          </a:p>
        </p:txBody>
      </p:sp>
      <p:sp>
        <p:nvSpPr>
          <p:cNvPr id="3" name="Google Shape;47;p9">
            <a:extLst>
              <a:ext uri="{FF2B5EF4-FFF2-40B4-BE49-F238E27FC236}">
                <a16:creationId xmlns:a16="http://schemas.microsoft.com/office/drawing/2014/main" id="{33C90742-2421-D039-902C-2983594DBA24}"/>
              </a:ext>
            </a:extLst>
          </p:cNvPr>
          <p:cNvSpPr txBox="1"/>
          <p:nvPr/>
        </p:nvSpPr>
        <p:spPr>
          <a:xfrm>
            <a:off x="655986" y="4537037"/>
            <a:ext cx="1140318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spc="-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Week 8</a:t>
            </a:r>
            <a:br>
              <a:rPr lang="en-US" sz="2000" b="1" spc="-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</a:br>
            <a:r>
              <a:rPr lang="en-US" sz="2000" b="1" spc="-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</a:rPr>
              <a:t>Process Technologies, Robotic Process Automation and Process Cybersecurity</a:t>
            </a:r>
          </a:p>
          <a:p>
            <a:pPr lvl="0"/>
            <a:endParaRPr lang="en-US" sz="2000" b="1" spc="-5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Noto Sans ExtraBold" panose="020B0502040504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0465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7AF9-EF50-548F-6B7D-F94C5A01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5FFFB21E-5FEF-47A2-60E8-39B60F261620}"/>
              </a:ext>
            </a:extLst>
          </p:cNvPr>
          <p:cNvSpPr txBox="1"/>
          <p:nvPr/>
        </p:nvSpPr>
        <p:spPr>
          <a:xfrm>
            <a:off x="454359" y="1205362"/>
            <a:ext cx="558581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Housekeeping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AA055B00-69A3-E96D-A50C-8DA10834847A}"/>
              </a:ext>
            </a:extLst>
          </p:cNvPr>
          <p:cNvSpPr txBox="1"/>
          <p:nvPr/>
        </p:nvSpPr>
        <p:spPr>
          <a:xfrm>
            <a:off x="454359" y="1922260"/>
            <a:ext cx="1009292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Work on </a:t>
            </a:r>
            <a:r>
              <a:rPr lang="en-US" alt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ePortfolio</a:t>
            </a: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3, due in week 10</a:t>
            </a:r>
          </a:p>
          <a:p>
            <a:pPr>
              <a:buFont typeface="Arial" charset="0"/>
              <a:buChar char="•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Presentations continue (for on-campus and off-campus students)</a:t>
            </a:r>
          </a:p>
          <a:p>
            <a:pPr>
              <a:buFont typeface="Arial" charset="0"/>
              <a:buChar char="•"/>
              <a:defRPr/>
            </a:pPr>
            <a:r>
              <a:rPr lang="en-US" altLang="en-US" sz="2400">
                <a:latin typeface="Verdana" panose="020B0604030504040204" pitchFamily="34" charset="0"/>
                <a:ea typeface="Verdana" panose="020B0604030504040204" pitchFamily="34" charset="0"/>
              </a:rPr>
              <a:t>Assessment 3 is due in week 12</a:t>
            </a: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50ED8-2FFC-41AE-EFEE-9E25030F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7F185-D611-2A36-7500-4C27023D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54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65FBE-E48E-BC20-CE3E-411B4D5F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35E19507-9D99-E3FB-FD2D-59E0773E224F}"/>
              </a:ext>
            </a:extLst>
          </p:cNvPr>
          <p:cNvSpPr txBox="1"/>
          <p:nvPr/>
        </p:nvSpPr>
        <p:spPr>
          <a:xfrm>
            <a:off x="454359" y="1205362"/>
            <a:ext cx="558581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Learning Outcomes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8DE46E6F-A894-D319-65E7-3CE634518AC4}"/>
              </a:ext>
            </a:extLst>
          </p:cNvPr>
          <p:cNvSpPr txBox="1"/>
          <p:nvPr/>
        </p:nvSpPr>
        <p:spPr>
          <a:xfrm>
            <a:off x="454358" y="1922260"/>
            <a:ext cx="11354183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eaLnBrk="1" hangingPunct="1">
              <a:buFont typeface="Arial" charset="0"/>
              <a:buNone/>
              <a:defRPr/>
            </a:pPr>
            <a:r>
              <a:rPr lang="en-AU" alt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On completion of this lecture, you should be able to:</a:t>
            </a:r>
            <a:endParaRPr lang="en-US" altLang="en-US" sz="2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Classify the core functionality of BPM technology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Evaluate different BP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Develop a dynamic case management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Critique the stages of process mining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Compile a classification scheme for business rule management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Identify uses of rules repositories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Evaluate BPMS vendors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Evaluate the role of Robotic Process Automation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27133-18AD-517A-C541-70F341FD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AB043-E48B-0E0E-C5E7-C05A8DFB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70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8F52-702A-FEC7-4048-884B877A7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4502CCD9-EAE4-05FE-443C-BA819FD8B1EC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Enterprise Technologies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905DFCC4-1404-599A-CA36-2F5549B02E8D}"/>
              </a:ext>
            </a:extLst>
          </p:cNvPr>
          <p:cNvSpPr txBox="1"/>
          <p:nvPr/>
        </p:nvSpPr>
        <p:spPr>
          <a:xfrm>
            <a:off x="454359" y="1922260"/>
            <a:ext cx="10447135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</a:rPr>
              <a:t>Enterprise technology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refers to the concept of information technology (IT) resources and data that are shared across an enterprise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impetus for the development of enterprise technologies was to have one set of common processes and data that the entire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organisation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can use to conduct business with their customers and suppliers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Main enterprise-level technologies are enterprise resource planning (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ERP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), customer relationship management (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CRM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), and supply chain management (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SCM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BD00A-6D5A-E7E9-F5B6-37715E8D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A9CB3-6F74-B5C4-8193-27446529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09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F6CC3-3F33-A0C3-DBAF-AE8B7BB2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4625EBEA-87FB-EC38-5F34-3D14617AC6DE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BPM Technology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5438A793-5506-EB0C-677E-F57C800EF968}"/>
              </a:ext>
            </a:extLst>
          </p:cNvPr>
          <p:cNvSpPr txBox="1"/>
          <p:nvPr/>
        </p:nvSpPr>
        <p:spPr>
          <a:xfrm>
            <a:off x="454359" y="1922260"/>
            <a:ext cx="9998324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BPM technology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has moved from simple workflow modelling tools to complex integrated toolsets that provide a complete operating platform and environment</a:t>
            </a:r>
          </a:p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Business Process Management suites (BPMS)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can be implemented on-site or in the cloud and allow rapid redesign of business operations and process execution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BPMS creates a highly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modular approach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to business process change. Modules are referred to as 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</a:rPr>
              <a:t>services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 This modularity is what allows data about the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organisation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, business models, rules, and more to be reused and simply modified at the model level to regenerate modified applications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CD2E6-CDDE-A363-7A3F-A185E621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40B38-0F0C-536D-6932-38E164B0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509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33378-F929-C85D-88B4-2C1B713A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54AB4E7B-4A28-DD6C-ED5D-175EBA32A5C8}"/>
              </a:ext>
            </a:extLst>
          </p:cNvPr>
          <p:cNvSpPr txBox="1"/>
          <p:nvPr/>
        </p:nvSpPr>
        <p:spPr>
          <a:xfrm>
            <a:off x="454358" y="1205362"/>
            <a:ext cx="1055619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Core Functionality of BPM Technology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EF634-54C5-1DE8-2C28-27F5F355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8448F-54A3-8FA7-F48C-19EF628F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6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04ED54-94C7-95B5-A609-0FE24CF5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307" y="1774749"/>
            <a:ext cx="6584777" cy="42789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416D8-F72D-6F6D-66A3-25490B6347F7}"/>
              </a:ext>
            </a:extLst>
          </p:cNvPr>
          <p:cNvSpPr txBox="1"/>
          <p:nvPr/>
        </p:nvSpPr>
        <p:spPr>
          <a:xfrm>
            <a:off x="8153400" y="5844540"/>
            <a:ext cx="2660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1200" dirty="0">
                <a:solidFill>
                  <a:srgbClr val="002060"/>
                </a:solidFill>
              </a:rPr>
              <a:t>(ABPMP International, 2019 </a:t>
            </a:r>
            <a:r>
              <a:rPr lang="en-AU" sz="1200" dirty="0"/>
              <a:t>Pg. 232)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24EC54-31C8-0C99-EFA4-7AB80BB92655}"/>
              </a:ext>
            </a:extLst>
          </p:cNvPr>
          <p:cNvSpPr/>
          <p:nvPr/>
        </p:nvSpPr>
        <p:spPr>
          <a:xfrm rot="5400000">
            <a:off x="4713214" y="1258455"/>
            <a:ext cx="3074014" cy="4089277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48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1335-10BB-9602-C1E2-9CA6D96AC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7A95E427-8C95-19D8-B5F5-3C1E2BFAB71B}"/>
              </a:ext>
            </a:extLst>
          </p:cNvPr>
          <p:cNvSpPr txBox="1"/>
          <p:nvPr/>
        </p:nvSpPr>
        <p:spPr>
          <a:xfrm>
            <a:off x="454358" y="1205362"/>
            <a:ext cx="1055619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BPM Technical Architecture Platform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4DF9F-645F-136B-736C-A5AF34D5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BA916-D498-2A52-58B2-C3D8D601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7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9F73F-2056-CDCD-4641-2B069DA00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593" y="1807229"/>
            <a:ext cx="6390249" cy="4549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2A52C-0E1A-C95A-304C-3E1BEFEB6BE4}"/>
              </a:ext>
            </a:extLst>
          </p:cNvPr>
          <p:cNvSpPr txBox="1"/>
          <p:nvPr/>
        </p:nvSpPr>
        <p:spPr>
          <a:xfrm>
            <a:off x="8121802" y="6079351"/>
            <a:ext cx="2529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1200" dirty="0">
                <a:solidFill>
                  <a:srgbClr val="002060"/>
                </a:solidFill>
              </a:rPr>
              <a:t>(ABPMP International, 2019 </a:t>
            </a:r>
            <a:r>
              <a:rPr lang="en-AU" sz="1200" dirty="0"/>
              <a:t>Pg. 233)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C407D2-8F1B-014D-72D7-51B18A887AF5}"/>
              </a:ext>
            </a:extLst>
          </p:cNvPr>
          <p:cNvSpPr/>
          <p:nvPr/>
        </p:nvSpPr>
        <p:spPr>
          <a:xfrm rot="5400000">
            <a:off x="1858954" y="2276589"/>
            <a:ext cx="1867427" cy="928151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255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D559-6825-FBA9-339F-0ABD40DED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6891AAF4-A926-EF85-0C4E-1C41195E4A1F}"/>
              </a:ext>
            </a:extLst>
          </p:cNvPr>
          <p:cNvSpPr txBox="1"/>
          <p:nvPr/>
        </p:nvSpPr>
        <p:spPr>
          <a:xfrm>
            <a:off x="454358" y="1205362"/>
            <a:ext cx="112832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Intelligent Business Process Management Suites (</a:t>
            </a:r>
            <a:r>
              <a:rPr lang="en-US" sz="2800" b="1" spc="-50" dirty="0" err="1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iBPMS</a:t>
            </a: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)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15DD74B6-6388-C1A8-3E6D-AAF56B350D42}"/>
              </a:ext>
            </a:extLst>
          </p:cNvPr>
          <p:cNvSpPr txBox="1"/>
          <p:nvPr/>
        </p:nvSpPr>
        <p:spPr>
          <a:xfrm>
            <a:off x="454359" y="1922260"/>
            <a:ext cx="10799472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</a:rPr>
              <a:t>Intelligent Business Process Management Suites (</a:t>
            </a:r>
            <a:r>
              <a:rPr lang="en-A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iBPMS</a:t>
            </a: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</a:rPr>
              <a:t>) are dynamic business applications that can quickly adapt to changing business needs, competitive pressure, and market opportunity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iBPM</a:t>
            </a:r>
            <a:r>
              <a:rPr lang="en-AU" sz="2400" dirty="0">
                <a:latin typeface="Verdana" panose="020B0604030504040204" pitchFamily="34" charset="0"/>
                <a:ea typeface="Verdana" panose="020B0604030504040204" pitchFamily="34" charset="0"/>
              </a:rPr>
              <a:t> Capabilities: Advanced analytics, Artificial intelligence, Mobile BPM, Social BPM, Cloud-based BPM, Process mining, Robotic process automation, Predictive analytics, Internet of things (IoT), Blockchain (smart contracts) &amp; Dynamic case management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CFDD6-AFE0-4FF1-2E1F-A7E40FAE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48A35-EE19-096E-2E26-3112D7BFB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614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11E8-73F9-1910-628A-EF1DDC0B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311E232A-5462-81B8-1465-38395D8FFA46}"/>
              </a:ext>
            </a:extLst>
          </p:cNvPr>
          <p:cNvSpPr txBox="1"/>
          <p:nvPr/>
        </p:nvSpPr>
        <p:spPr>
          <a:xfrm>
            <a:off x="454358" y="1205362"/>
            <a:ext cx="1055619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Dynamic Case Management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D38EB7B9-94D1-678B-D330-B9BB255DA225}"/>
              </a:ext>
            </a:extLst>
          </p:cNvPr>
          <p:cNvSpPr txBox="1"/>
          <p:nvPr/>
        </p:nvSpPr>
        <p:spPr>
          <a:xfrm>
            <a:off x="454359" y="1922260"/>
            <a:ext cx="5641641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Dynamic case management (DCM) is the handling of case-related work using technologies that automate and streamline aspects of each case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Dynamic case management is event-driven and is context-aware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Three central types of work that fit the dynamic case management model – Investigative, Service request &amp; Incident management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A177B-E10B-A5CD-EA06-578BC1BB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77E58-D38D-FB06-AC5D-507C028B9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9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E3A649-D8F7-E217-4A33-83157C00B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53" y="1531773"/>
            <a:ext cx="4608352" cy="38492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039671-260C-FA39-A1F8-1E971FC4E98C}"/>
              </a:ext>
            </a:extLst>
          </p:cNvPr>
          <p:cNvSpPr txBox="1"/>
          <p:nvPr/>
        </p:nvSpPr>
        <p:spPr>
          <a:xfrm>
            <a:off x="7499483" y="5476554"/>
            <a:ext cx="4347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dirty="0">
                <a:solidFill>
                  <a:srgbClr val="002060"/>
                </a:solidFill>
              </a:rPr>
              <a:t>Figure 8.21 A Dynamic Case Management System (Wyatt 2018),</a:t>
            </a:r>
            <a:r>
              <a:rPr lang="en-AU" altLang="en-US" sz="1200" dirty="0">
                <a:solidFill>
                  <a:srgbClr val="002060"/>
                </a:solidFill>
              </a:rPr>
              <a:t> - (ABPMP International, 2019 </a:t>
            </a:r>
            <a:r>
              <a:rPr lang="en-AU" sz="1200" dirty="0"/>
              <a:t>Pg. 233)</a:t>
            </a:r>
          </a:p>
        </p:txBody>
      </p:sp>
    </p:spTree>
    <p:extLst>
      <p:ext uri="{BB962C8B-B14F-4D97-AF65-F5344CB8AC3E}">
        <p14:creationId xmlns:p14="http://schemas.microsoft.com/office/powerpoint/2010/main" val="174432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4A69C-B75E-F6A3-B595-881D8712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96967D68-5672-1C37-9CA4-83C8B3A6E2BE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Process Mining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742AE65D-3632-6AC3-C3A5-D27722F50F4B}"/>
              </a:ext>
            </a:extLst>
          </p:cNvPr>
          <p:cNvSpPr txBox="1"/>
          <p:nvPr/>
        </p:nvSpPr>
        <p:spPr>
          <a:xfrm>
            <a:off x="454359" y="1922260"/>
            <a:ext cx="11172782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Process mining uses event logs to perform an automated analysis of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Three main types of process mining: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Discovery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- Takes an event log and produces a process model without using any prior information, using process mining algorithms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Conformance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- Real processes and models are compared, and resulting coincidences or differences are identified. The results are used to diagnose deviations or inefficiencies between the process model and ideal processes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Enhancement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- Process models are adapted and improved according to the data of the real process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B8FAAF-FEF6-6809-8AE2-61D462D5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18EE5-1390-9555-1D02-F9D9DF98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027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DB95-015F-F52D-C70B-7D9B099F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BB8E07AA-53D2-C33D-0FA4-F0481888C43F}"/>
              </a:ext>
            </a:extLst>
          </p:cNvPr>
          <p:cNvSpPr txBox="1"/>
          <p:nvPr/>
        </p:nvSpPr>
        <p:spPr>
          <a:xfrm>
            <a:off x="454358" y="1205362"/>
            <a:ext cx="1055619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Redesigning and Improving Business Processes Using Process Mining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1C367-C769-D0F8-4551-F39BA9F3F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B81BE-BD04-95F4-36B6-9CA0981EB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11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988DC0-F7E3-BF2F-173B-9839961E9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4" y="2383356"/>
            <a:ext cx="10110579" cy="3656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27F82-4AEB-8285-0D09-F0DF376A85D0}"/>
              </a:ext>
            </a:extLst>
          </p:cNvPr>
          <p:cNvSpPr txBox="1"/>
          <p:nvPr/>
        </p:nvSpPr>
        <p:spPr>
          <a:xfrm>
            <a:off x="7810455" y="5969857"/>
            <a:ext cx="2936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244)</a:t>
            </a:r>
          </a:p>
        </p:txBody>
      </p:sp>
    </p:spTree>
    <p:extLst>
      <p:ext uri="{BB962C8B-B14F-4D97-AF65-F5344CB8AC3E}">
        <p14:creationId xmlns:p14="http://schemas.microsoft.com/office/powerpoint/2010/main" val="4006379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A7B1A-99D1-7DA8-5F6F-2CD825EE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94A6A0DF-C63F-3690-2EEF-858DF752AF9D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Rule Engines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57DF397F-023C-038C-732E-CBACF7E38C37}"/>
              </a:ext>
            </a:extLst>
          </p:cNvPr>
          <p:cNvSpPr txBox="1"/>
          <p:nvPr/>
        </p:nvSpPr>
        <p:spPr>
          <a:xfrm>
            <a:off x="454359" y="1922260"/>
            <a:ext cx="11072114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Rules engines are tools that support the identification, definition,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rationalisation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, and quality of business and technology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Rules engines also provide a repository that allows rules to be checked against one another for definition or context problems, and thus checked for redundancy and definition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A5808-5EB7-E047-4974-ADE9857B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894AF-9E2C-2A1D-F8F7-8E97DC68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12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887E8-CB8C-4A84-8BF3-94143B42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302" y="3814565"/>
            <a:ext cx="6883865" cy="2528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0EF9C6-BF3F-3BA0-B7C7-B8805B52449C}"/>
              </a:ext>
            </a:extLst>
          </p:cNvPr>
          <p:cNvSpPr txBox="1"/>
          <p:nvPr/>
        </p:nvSpPr>
        <p:spPr>
          <a:xfrm>
            <a:off x="8610600" y="5508813"/>
            <a:ext cx="318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247)</a:t>
            </a:r>
          </a:p>
        </p:txBody>
      </p:sp>
    </p:spTree>
    <p:extLst>
      <p:ext uri="{BB962C8B-B14F-4D97-AF65-F5344CB8AC3E}">
        <p14:creationId xmlns:p14="http://schemas.microsoft.com/office/powerpoint/2010/main" val="79743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D20B-C5C2-6A20-B46D-21BBCE0E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A1AC2E83-39D2-2FE8-5DD9-70FF5208CA27}"/>
              </a:ext>
            </a:extLst>
          </p:cNvPr>
          <p:cNvSpPr txBox="1"/>
          <p:nvPr/>
        </p:nvSpPr>
        <p:spPr>
          <a:xfrm>
            <a:off x="454358" y="1205362"/>
            <a:ext cx="1055619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Classification Scheme for Business Rule Management Systems (BRMS) Rules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A7FD5-4221-7090-0849-39EB0C0E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4F800-1A7E-08F1-E767-456B1D47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13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78C48-CB68-B4E5-8720-402E8938F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831" y="2158970"/>
            <a:ext cx="6132491" cy="4197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D1A55C-F46D-38E0-6FB0-BC87CA3F4B95}"/>
              </a:ext>
            </a:extLst>
          </p:cNvPr>
          <p:cNvSpPr txBox="1"/>
          <p:nvPr/>
        </p:nvSpPr>
        <p:spPr>
          <a:xfrm>
            <a:off x="8475356" y="5834229"/>
            <a:ext cx="3659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245)</a:t>
            </a:r>
          </a:p>
        </p:txBody>
      </p:sp>
    </p:spTree>
    <p:extLst>
      <p:ext uri="{BB962C8B-B14F-4D97-AF65-F5344CB8AC3E}">
        <p14:creationId xmlns:p14="http://schemas.microsoft.com/office/powerpoint/2010/main" val="2767831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8FD6-9946-97F8-197B-FA039D8A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3814FC1F-6D07-6C78-B3FD-8C07B6C0D012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Rules Repositories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52FD8635-A073-85C5-D4D7-18A5769D410D}"/>
              </a:ext>
            </a:extLst>
          </p:cNvPr>
          <p:cNvSpPr txBox="1"/>
          <p:nvPr/>
        </p:nvSpPr>
        <p:spPr>
          <a:xfrm>
            <a:off x="454358" y="1922260"/>
            <a:ext cx="11390897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 rules repository houses business and technical rules and their definitions.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Rules repositories are commonly used to: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Capture an organisation’s institutional knowledge in a central place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Find currently defined rules and their definitions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Support rule execution by programs and manage rule use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Analyse key performance indicators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Manage quality and integrity of rules and rule sets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Build what-if analytics to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analyse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interrelated rules and rule use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Validate that the right data is being used by rules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Use, edit, and test data; use of legacy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93D91-2253-536B-7847-B6E394AF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718AA-937B-F227-5CC1-DE52270D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24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BE019-5D5B-06A4-A4E1-05683FE1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64CE2E98-E5AC-25D8-1B74-127880F397D8}"/>
              </a:ext>
            </a:extLst>
          </p:cNvPr>
          <p:cNvSpPr txBox="1"/>
          <p:nvPr/>
        </p:nvSpPr>
        <p:spPr>
          <a:xfrm>
            <a:off x="454358" y="1205362"/>
            <a:ext cx="1055619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BPMS Vendors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7136E-131F-1F90-A85D-BB0094B2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F599F-AC04-BBF8-6673-69D6DCF7E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BFC34-E893-591A-06AC-EFF9BD7115F5}"/>
              </a:ext>
            </a:extLst>
          </p:cNvPr>
          <p:cNvSpPr txBox="1"/>
          <p:nvPr/>
        </p:nvSpPr>
        <p:spPr>
          <a:xfrm>
            <a:off x="8153400" y="6131620"/>
            <a:ext cx="3316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248)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54EB8-03C1-16BE-A148-BF9CC3266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56" y="950583"/>
            <a:ext cx="5062756" cy="513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46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2FDD-E4E3-F501-C152-59C2853F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97507FB8-9E15-C559-77C1-AC22A411DD86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Emerging BPM Technologies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ADA21B62-A7B8-FB8F-526F-3415ACB12A82}"/>
              </a:ext>
            </a:extLst>
          </p:cNvPr>
          <p:cNvSpPr txBox="1"/>
          <p:nvPr/>
        </p:nvSpPr>
        <p:spPr>
          <a:xfrm>
            <a:off x="454358" y="1922260"/>
            <a:ext cx="1139089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Robotic Process Automation (RPA) – In this unit, we focus on RPA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Additional Reading: Other technologies such as Blockchain, Artificial Intelligence (AI), Machine Learning and Internet of Things (IoT) are covered in sections 8.6.2 to 8.6.7.5.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954FB-E53B-AF9B-458A-D3178CBD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2F4CB-B6BD-FFB6-A6F4-256DFDCA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574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CD3F6-F4D0-FF8A-BF9D-08B123E49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C51C2FC8-B02C-A42F-5A53-DF12026CDAB0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Robotic Process Automation (RPA)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3E3781CC-4266-32B2-1BCE-AB54015081E5}"/>
              </a:ext>
            </a:extLst>
          </p:cNvPr>
          <p:cNvSpPr txBox="1"/>
          <p:nvPr/>
        </p:nvSpPr>
        <p:spPr>
          <a:xfrm>
            <a:off x="454358" y="1922260"/>
            <a:ext cx="1139089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RPA is the application of software-based technology to automate repetitive office tasks and rule-based processes, which were previously carried out manually by humans on a computer (Chugh et al., 2022)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Also defined as ‘The use of software with artificial intelligence (AI) and machine learning capabilities to handle high-volume, repeatable tasks that previously required humans to perform.’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1FD4F-A6EB-E2CD-6B7D-24E7C497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6DF19-0C36-447A-F6D4-E25EBF50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17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F46CA-E36F-72B4-22A2-72367EAE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991" y="4190555"/>
            <a:ext cx="3967154" cy="21657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AAA6D5-0035-0274-D8C5-FD9AEA58E595}"/>
              </a:ext>
            </a:extLst>
          </p:cNvPr>
          <p:cNvSpPr txBox="1"/>
          <p:nvPr/>
        </p:nvSpPr>
        <p:spPr>
          <a:xfrm>
            <a:off x="7818539" y="4943745"/>
            <a:ext cx="3826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Figure 8.25 RPA (Digital and Human Workforce),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251)</a:t>
            </a:r>
          </a:p>
        </p:txBody>
      </p:sp>
    </p:spTree>
    <p:extLst>
      <p:ext uri="{BB962C8B-B14F-4D97-AF65-F5344CB8AC3E}">
        <p14:creationId xmlns:p14="http://schemas.microsoft.com/office/powerpoint/2010/main" val="2769046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80C3-F4D2-95FE-A005-686D9B06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0EAA40DB-6C6A-A980-D463-5CB364330563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Benefits of RPA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6ECDD763-5307-1981-C7AF-F379C82C2F48}"/>
              </a:ext>
            </a:extLst>
          </p:cNvPr>
          <p:cNvSpPr txBox="1"/>
          <p:nvPr/>
        </p:nvSpPr>
        <p:spPr>
          <a:xfrm>
            <a:off x="454358" y="1922260"/>
            <a:ext cx="2632791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Protect and leverage investments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Time dividends for knowledge workers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Optimisation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of delivery and outcomes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3F012-6B46-B95B-836D-FAD2C8E8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2850A-0D57-705E-451D-6F32C104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18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75A18-F73F-F423-510D-995CFF8F1466}"/>
              </a:ext>
            </a:extLst>
          </p:cNvPr>
          <p:cNvSpPr txBox="1"/>
          <p:nvPr/>
        </p:nvSpPr>
        <p:spPr>
          <a:xfrm>
            <a:off x="6710166" y="4271242"/>
            <a:ext cx="2999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256)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F4AC72-A6D2-BBC3-07AA-A1678154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069" y="1922260"/>
            <a:ext cx="8558113" cy="23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68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A4D6E-3E36-8B54-F20F-CF0070F1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6F4BF8D0-F1F0-CBEA-C15E-BE38AEDB6E62}"/>
              </a:ext>
            </a:extLst>
          </p:cNvPr>
          <p:cNvSpPr txBox="1"/>
          <p:nvPr/>
        </p:nvSpPr>
        <p:spPr>
          <a:xfrm>
            <a:off x="454358" y="1205362"/>
            <a:ext cx="106065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Process Selection Criteria for RPA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7779F-0A20-A530-3E5B-5F39E6E8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F6255-C1B2-5960-C2E6-30064ADC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19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980D4-5C43-9A7E-02F5-043D453D5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8" y="1806744"/>
            <a:ext cx="4794919" cy="2317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1E9054-4E0C-842C-5823-0AC6E347E034}"/>
              </a:ext>
            </a:extLst>
          </p:cNvPr>
          <p:cNvSpPr txBox="1"/>
          <p:nvPr/>
        </p:nvSpPr>
        <p:spPr>
          <a:xfrm>
            <a:off x="540897" y="4261022"/>
            <a:ext cx="31502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256)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518F3A-3BCB-9C5A-2E0A-D91B112DA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05" y="4465496"/>
            <a:ext cx="5775789" cy="1093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22BB8A-388B-B375-E553-6EFED0909034}"/>
              </a:ext>
            </a:extLst>
          </p:cNvPr>
          <p:cNvSpPr txBox="1"/>
          <p:nvPr/>
        </p:nvSpPr>
        <p:spPr>
          <a:xfrm>
            <a:off x="7218431" y="5652638"/>
            <a:ext cx="3292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257)</a:t>
            </a:r>
          </a:p>
        </p:txBody>
      </p:sp>
      <p:sp>
        <p:nvSpPr>
          <p:cNvPr id="11" name="Google Shape;47;p9">
            <a:extLst>
              <a:ext uri="{FF2B5EF4-FFF2-40B4-BE49-F238E27FC236}">
                <a16:creationId xmlns:a16="http://schemas.microsoft.com/office/drawing/2014/main" id="{57349006-3503-FB00-682A-5432552DA108}"/>
              </a:ext>
            </a:extLst>
          </p:cNvPr>
          <p:cNvSpPr txBox="1"/>
          <p:nvPr/>
        </p:nvSpPr>
        <p:spPr>
          <a:xfrm>
            <a:off x="5614987" y="3868517"/>
            <a:ext cx="577579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RPA Tool Selection</a:t>
            </a:r>
          </a:p>
        </p:txBody>
      </p:sp>
    </p:spTree>
    <p:extLst>
      <p:ext uri="{BB962C8B-B14F-4D97-AF65-F5344CB8AC3E}">
        <p14:creationId xmlns:p14="http://schemas.microsoft.com/office/powerpoint/2010/main" val="1235227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D535A-2EE4-130A-ABFA-E99BD1CA4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5952E95B-658F-54FD-1472-BEE4BB0EE4CB}"/>
              </a:ext>
            </a:extLst>
          </p:cNvPr>
          <p:cNvSpPr txBox="1"/>
          <p:nvPr/>
        </p:nvSpPr>
        <p:spPr>
          <a:xfrm>
            <a:off x="454358" y="1205362"/>
            <a:ext cx="106065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RPA 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C570D8-F6CE-808B-1DB1-0917BCF8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AE769-73DB-4BB7-8BD9-E6F6D516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20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FC9344-6679-E126-3BCD-970F099E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473" y="1749105"/>
            <a:ext cx="6276168" cy="4641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425EFC-6D40-9918-E98F-EABBD35230E4}"/>
              </a:ext>
            </a:extLst>
          </p:cNvPr>
          <p:cNvSpPr txBox="1"/>
          <p:nvPr/>
        </p:nvSpPr>
        <p:spPr>
          <a:xfrm>
            <a:off x="7517735" y="6468848"/>
            <a:ext cx="3119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257)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857C25-A2E7-1853-0CE9-6E9505E620A1}"/>
              </a:ext>
            </a:extLst>
          </p:cNvPr>
          <p:cNvSpPr/>
          <p:nvPr/>
        </p:nvSpPr>
        <p:spPr>
          <a:xfrm rot="5400000">
            <a:off x="1190249" y="3629223"/>
            <a:ext cx="4641083" cy="855678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7326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B7CC-9CD0-D52F-C41F-DA299BBE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71588D99-7A84-E407-06E8-F26A07D1F199}"/>
              </a:ext>
            </a:extLst>
          </p:cNvPr>
          <p:cNvSpPr txBox="1"/>
          <p:nvPr/>
        </p:nvSpPr>
        <p:spPr>
          <a:xfrm>
            <a:off x="454358" y="1205362"/>
            <a:ext cx="106065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General Uses of RPA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278DB-F4CB-8334-268E-92D1EF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0E995-3B72-915E-1558-31DE0907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21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27555-AC44-2F45-9879-04933D06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885" y="1623306"/>
            <a:ext cx="7422825" cy="476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1CF55D-6ED0-43A8-65F9-398ED1B62944}"/>
              </a:ext>
            </a:extLst>
          </p:cNvPr>
          <p:cNvSpPr txBox="1"/>
          <p:nvPr/>
        </p:nvSpPr>
        <p:spPr>
          <a:xfrm>
            <a:off x="7669141" y="6413698"/>
            <a:ext cx="3986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258)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66F40BA8-A740-294A-C439-27FB59F95DC0}"/>
              </a:ext>
            </a:extLst>
          </p:cNvPr>
          <p:cNvSpPr/>
          <p:nvPr/>
        </p:nvSpPr>
        <p:spPr>
          <a:xfrm>
            <a:off x="9929571" y="3024044"/>
            <a:ext cx="1942389" cy="1607917"/>
          </a:xfrm>
          <a:prstGeom prst="wedgeEllipse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i="0" u="none" strike="noStrike" baseline="0" dirty="0">
                <a:solidFill>
                  <a:schemeClr val="bg1"/>
                </a:solidFill>
                <a:latin typeface="Calibri" panose="020F0502020204030204" pitchFamily="34" charset="0"/>
              </a:rPr>
              <a:t>What are RPA’s uses in different industries?</a:t>
            </a:r>
            <a:endParaRPr lang="en-A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818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0ECF-8272-0B9D-D8F2-633CA140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97141B20-0F25-0D26-7488-076399B06B96}"/>
              </a:ext>
            </a:extLst>
          </p:cNvPr>
          <p:cNvSpPr txBox="1"/>
          <p:nvPr/>
        </p:nvSpPr>
        <p:spPr>
          <a:xfrm>
            <a:off x="454358" y="1205362"/>
            <a:ext cx="53130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Reasons RPA Deployments Fail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9C876F67-286C-E13C-6184-BB517620F709}"/>
              </a:ext>
            </a:extLst>
          </p:cNvPr>
          <p:cNvSpPr txBox="1"/>
          <p:nvPr/>
        </p:nvSpPr>
        <p:spPr>
          <a:xfrm>
            <a:off x="454359" y="1909676"/>
            <a:ext cx="446159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Management hesitation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Lack of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Wrong 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Excluding IT and security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Excluding the app developers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35FAB-D9F5-F2E4-A7E6-6FBA2153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E102A-738D-9680-9D53-9216336B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22</a:t>
            </a:fld>
            <a:endParaRPr lang="en-AU"/>
          </a:p>
        </p:txBody>
      </p:sp>
      <p:sp>
        <p:nvSpPr>
          <p:cNvPr id="6" name="Google Shape;49;p9">
            <a:extLst>
              <a:ext uri="{FF2B5EF4-FFF2-40B4-BE49-F238E27FC236}">
                <a16:creationId xmlns:a16="http://schemas.microsoft.com/office/drawing/2014/main" id="{867C520F-F0DF-8A0E-B4F2-817FF126FF19}"/>
              </a:ext>
            </a:extLst>
          </p:cNvPr>
          <p:cNvSpPr txBox="1"/>
          <p:nvPr/>
        </p:nvSpPr>
        <p:spPr>
          <a:xfrm>
            <a:off x="6310349" y="1909676"/>
            <a:ext cx="4461590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Do your 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Educate staff about RPA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Determine where the technology will work best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Keep it simple and modular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Don’t neglect data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Test implementations regularly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Develop a cross-functional Centre of Excellence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Prepare for future advances and challenges</a:t>
            </a:r>
          </a:p>
        </p:txBody>
      </p:sp>
      <p:sp>
        <p:nvSpPr>
          <p:cNvPr id="9" name="Google Shape;47;p9">
            <a:extLst>
              <a:ext uri="{FF2B5EF4-FFF2-40B4-BE49-F238E27FC236}">
                <a16:creationId xmlns:a16="http://schemas.microsoft.com/office/drawing/2014/main" id="{23C3F3C8-DEE0-93B5-5054-F70BD5777D30}"/>
              </a:ext>
            </a:extLst>
          </p:cNvPr>
          <p:cNvSpPr txBox="1"/>
          <p:nvPr/>
        </p:nvSpPr>
        <p:spPr>
          <a:xfrm>
            <a:off x="6177048" y="1205362"/>
            <a:ext cx="53130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Best Practices for RPA Success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87748E-DFB9-D5D5-83EA-F3CD3059256D}"/>
              </a:ext>
            </a:extLst>
          </p:cNvPr>
          <p:cNvCxnSpPr/>
          <p:nvPr/>
        </p:nvCxnSpPr>
        <p:spPr>
          <a:xfrm>
            <a:off x="5851321" y="1778466"/>
            <a:ext cx="37751" cy="46307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75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7526-7DCD-0C32-A65C-D3A5F66E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088DEC5C-E6F5-FEF1-6050-2B573D1EFC53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Digital Procurement Using RPA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476B02FD-1DD2-780B-1564-AB63D1A77C9F}"/>
              </a:ext>
            </a:extLst>
          </p:cNvPr>
          <p:cNvSpPr txBox="1"/>
          <p:nvPr/>
        </p:nvSpPr>
        <p:spPr>
          <a:xfrm>
            <a:off x="454358" y="1922260"/>
            <a:ext cx="1063169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Procurement tends to be more of a transactional process — procure to pay, source to manufacture, and so on — which makes it a good choice for RPA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5E76D-A5DB-8496-D2BE-4D6A3931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332AA-4287-C8B0-22EA-E49C71A8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23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CD2316-620E-2B5B-E889-F1F03B852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65" y="3792192"/>
            <a:ext cx="10841924" cy="12473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2B92FE-2514-F641-E6F0-FF6A33D718E7}"/>
              </a:ext>
            </a:extLst>
          </p:cNvPr>
          <p:cNvSpPr txBox="1"/>
          <p:nvPr/>
        </p:nvSpPr>
        <p:spPr>
          <a:xfrm>
            <a:off x="4506897" y="4805913"/>
            <a:ext cx="3178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dirty="0">
                <a:solidFill>
                  <a:srgbClr val="002060"/>
                </a:solidFill>
              </a:rPr>
              <a:t> </a:t>
            </a:r>
            <a:r>
              <a:rPr lang="en-AU" altLang="en-US" sz="1400" dirty="0">
                <a:solidFill>
                  <a:srgbClr val="002060"/>
                </a:solidFill>
              </a:rPr>
              <a:t>(ABPMP International, 2019 </a:t>
            </a:r>
            <a:r>
              <a:rPr lang="en-AU" sz="1400" dirty="0"/>
              <a:t>Pg. 260)</a:t>
            </a:r>
          </a:p>
        </p:txBody>
      </p:sp>
    </p:spTree>
    <p:extLst>
      <p:ext uri="{BB962C8B-B14F-4D97-AF65-F5344CB8AC3E}">
        <p14:creationId xmlns:p14="http://schemas.microsoft.com/office/powerpoint/2010/main" val="2268728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543A-F7CC-5797-3890-2D3411FF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58064B1B-7D6F-9F17-9A08-FD5C788A8797}"/>
              </a:ext>
            </a:extLst>
          </p:cNvPr>
          <p:cNvSpPr txBox="1"/>
          <p:nvPr/>
        </p:nvSpPr>
        <p:spPr>
          <a:xfrm>
            <a:off x="454358" y="1205362"/>
            <a:ext cx="94303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Process Cybersecurity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4B634E54-80B8-E7CF-B87B-980AB556FD23}"/>
              </a:ext>
            </a:extLst>
          </p:cNvPr>
          <p:cNvSpPr txBox="1"/>
          <p:nvPr/>
        </p:nvSpPr>
        <p:spPr>
          <a:xfrm>
            <a:off x="454359" y="1922260"/>
            <a:ext cx="1009292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Process cybersecurity refers to the practices, technologies, and strategies organisations use to protect their processes and systems from cyber threats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Process cybersecurity aims to ensure the availability, integrity, and confidentiality of processes and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Malware, phishing, denial of service, social engineering, and insider threats are some common cyber threats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Successful cyberattacks can lead to production disruptions, safety incidents, financial losses, and loss of goodwill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dirty="0">
                <a:solidFill>
                  <a:srgbClr val="002060"/>
                </a:solidFill>
              </a:rPr>
              <a:t>(Humayun et al., 2020; Parker et al. 2023)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19A13-16EF-D682-68F2-D58881B1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20454-9466-0C96-7982-9E687D6F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3657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6528-4B62-9777-F0B6-ECD2A462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BF455C23-1BB7-863D-56DB-235E678BB92C}"/>
              </a:ext>
            </a:extLst>
          </p:cNvPr>
          <p:cNvSpPr txBox="1"/>
          <p:nvPr/>
        </p:nvSpPr>
        <p:spPr>
          <a:xfrm>
            <a:off x="454358" y="1205362"/>
            <a:ext cx="104932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Process Cybersecurity Standards and Frameworks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D9BE58E6-8BCE-2392-23AF-946529D395B6}"/>
              </a:ext>
            </a:extLst>
          </p:cNvPr>
          <p:cNvSpPr txBox="1"/>
          <p:nvPr/>
        </p:nvSpPr>
        <p:spPr>
          <a:xfrm>
            <a:off x="454359" y="1922260"/>
            <a:ext cx="1009292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 standard is a set of guidelines or best practices that organisations can use to improve their cybersecurity. A framework refers to the overall structure to supports a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ISO 27001 Information Security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Service Organisation Control 2 (SOC2)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Information Security Manual (ISM)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NIST Cyber Security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International Society of Automation’s International Electrotechnical Commission(IEC) 62443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SecurityBase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2021;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Syafrizal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et al., 2020)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7FC41D-BACB-C6E3-AEE2-09B07EF6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CCE65-9E52-C7C8-B9C7-EBEA7FCD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7847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ECEB-FE9B-7742-397A-F2D0B8944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95D65A21-D683-8B25-2EBC-E3C79CF7D229}"/>
              </a:ext>
            </a:extLst>
          </p:cNvPr>
          <p:cNvSpPr txBox="1"/>
          <p:nvPr/>
        </p:nvSpPr>
        <p:spPr>
          <a:xfrm>
            <a:off x="454358" y="1205362"/>
            <a:ext cx="108540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The CIA Triad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79F0C-4F75-268A-AB83-496CD4B1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E88E9-569D-2D5F-7253-8880A8C5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26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BC7856-993D-DFE4-43F3-1BA0A8927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205" y="1846831"/>
            <a:ext cx="7770958" cy="42882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81AD3C-92B3-6F36-10F3-A46814F194FB}"/>
              </a:ext>
            </a:extLst>
          </p:cNvPr>
          <p:cNvSpPr txBox="1"/>
          <p:nvPr/>
        </p:nvSpPr>
        <p:spPr>
          <a:xfrm>
            <a:off x="8763627" y="6067465"/>
            <a:ext cx="2507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iScoop</a:t>
            </a:r>
            <a:r>
              <a:rPr lang="en-US" dirty="0"/>
              <a:t>, 2023)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99086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C084-63A7-7AEB-FA93-4A1381B4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A9A660CE-F415-F3E3-E7B5-29E1EB2511F7}"/>
              </a:ext>
            </a:extLst>
          </p:cNvPr>
          <p:cNvSpPr txBox="1"/>
          <p:nvPr/>
        </p:nvSpPr>
        <p:spPr>
          <a:xfrm>
            <a:off x="454358" y="1205362"/>
            <a:ext cx="108540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Cyber-Secure Supply Chain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5D9EC-E466-C6B9-6F51-763050CC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D5D69-2602-3F1C-9180-5AFD0428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E7AC6-96F0-35D7-CD4E-21E26A11CB87}"/>
              </a:ext>
            </a:extLst>
          </p:cNvPr>
          <p:cNvSpPr txBox="1"/>
          <p:nvPr/>
        </p:nvSpPr>
        <p:spPr>
          <a:xfrm>
            <a:off x="8559011" y="5780204"/>
            <a:ext cx="2934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(Parker et al. 2023, p. 14)</a:t>
            </a:r>
            <a:endParaRPr lang="en-AU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FBB7E4E-4DC9-4BD4-A72D-AAF90D1F0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531" y="1959942"/>
            <a:ext cx="7002937" cy="369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959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29F4-79E1-9195-0161-251A2789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1F058170-6AE2-990D-6C84-C5E6B94F880D}"/>
              </a:ext>
            </a:extLst>
          </p:cNvPr>
          <p:cNvSpPr txBox="1"/>
          <p:nvPr/>
        </p:nvSpPr>
        <p:spPr>
          <a:xfrm>
            <a:off x="454358" y="1205362"/>
            <a:ext cx="1049327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Best Practices for Implementing Process Cybersecurity Measures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F6B10D1D-6285-F34D-5707-7C41F9B9A3D0}"/>
              </a:ext>
            </a:extLst>
          </p:cNvPr>
          <p:cNvSpPr txBox="1"/>
          <p:nvPr/>
        </p:nvSpPr>
        <p:spPr>
          <a:xfrm>
            <a:off x="454358" y="2180417"/>
            <a:ext cx="10092928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 strong passwords, limit access to critical systems, implement software updates and patches, and monitor system logs for suspicious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Regular testing and evaluation of security measures to ensure they are effective and robust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Effective process cybersecurity measures, such as conducting a risk assessment, implementing access controls and network segmentation, vulnerability management and providing security awareness training to employees, are critical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Cybok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2019)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D2489-C478-456A-85FD-6A387F13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BD055-B96F-E185-54F7-144A370B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8561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456EF-1D50-8A57-7810-E3A94D72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E822D717-A5A0-5F3D-8AB1-D34E767F8FBB}"/>
              </a:ext>
            </a:extLst>
          </p:cNvPr>
          <p:cNvSpPr txBox="1"/>
          <p:nvPr/>
        </p:nvSpPr>
        <p:spPr>
          <a:xfrm>
            <a:off x="454358" y="1205362"/>
            <a:ext cx="1085400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NIST Cybersecurity Framework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8BFCC-3845-4BF4-5F29-D899B450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A61F0-4872-08D2-3710-D7A77D54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29</a:t>
            </a:fld>
            <a:endParaRPr lang="en-A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184768-6A8B-457C-BBAB-49271914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742" y="1776369"/>
            <a:ext cx="7876281" cy="4388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AA0DCF-A682-841D-2277-5129E8086DB1}"/>
              </a:ext>
            </a:extLst>
          </p:cNvPr>
          <p:cNvSpPr txBox="1"/>
          <p:nvPr/>
        </p:nvSpPr>
        <p:spPr>
          <a:xfrm>
            <a:off x="8387909" y="6232704"/>
            <a:ext cx="269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(Dell Technologies, 2019)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7939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6D53-F1C0-C115-D3BF-9F112500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19067EA2-7F6E-38B8-F2AE-071F78FC18E0}"/>
              </a:ext>
            </a:extLst>
          </p:cNvPr>
          <p:cNvSpPr txBox="1"/>
          <p:nvPr/>
        </p:nvSpPr>
        <p:spPr>
          <a:xfrm>
            <a:off x="454358" y="1205362"/>
            <a:ext cx="86172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Summary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F0B16AE0-0FDA-2803-76D3-F7E7E46BD8B0}"/>
              </a:ext>
            </a:extLst>
          </p:cNvPr>
          <p:cNvSpPr txBox="1"/>
          <p:nvPr/>
        </p:nvSpPr>
        <p:spPr>
          <a:xfrm>
            <a:off x="903260" y="1924367"/>
            <a:ext cx="9020916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Common enterprise technologies are ERP, CRM and SCM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BPMSs allow rapid redesign of business operations and process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Newer platforms with closely integrated capabilities are Intelligent Business Process Management Suites (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iBPMS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RPA is an application of technology, governed by business logic and structured inputs, aimed at automating business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Protecting processes and systems from cyber threats requires a comprehensive, multi-layered approach to cybersecurity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3DA4A-C7A0-C6E4-1741-BF2B70B4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8B0FF-F4CA-6920-AFE4-EF296BEE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3520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4E03-8DE0-BE29-6BF5-7C6818A4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A3714938-E8D1-8742-C110-D0D804E5A4D3}"/>
              </a:ext>
            </a:extLst>
          </p:cNvPr>
          <p:cNvSpPr txBox="1"/>
          <p:nvPr/>
        </p:nvSpPr>
        <p:spPr>
          <a:xfrm>
            <a:off x="454358" y="1205362"/>
            <a:ext cx="86172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Lecture Content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9985E3BC-D4A3-F882-CD4C-47846418A2DF}"/>
              </a:ext>
            </a:extLst>
          </p:cNvPr>
          <p:cNvSpPr txBox="1"/>
          <p:nvPr/>
        </p:nvSpPr>
        <p:spPr>
          <a:xfrm>
            <a:off x="903260" y="1924367"/>
            <a:ext cx="899745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ABPMP International, 2019, BPM CBOK® Version 4.0: Guide to the Business Process Management Common Body of Knowledge, Association of Business Process Management Professionals, ISBN: 9781704809342, https://www.abpmp.org/page/guide_BPM_CBOK. </a:t>
            </a:r>
          </a:p>
          <a:p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Chapters 8 (Sections 8.4 to 8.6.1.12)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32DAD-940D-5B90-10CD-314F91F2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E6975-B1F9-D932-C7A6-A0339278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3139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82DB-8584-78D7-3583-60C53BA3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7;p9">
            <a:extLst>
              <a:ext uri="{FF2B5EF4-FFF2-40B4-BE49-F238E27FC236}">
                <a16:creationId xmlns:a16="http://schemas.microsoft.com/office/drawing/2014/main" id="{0E23AA44-B16D-DCCF-EBCB-CB0EBCD0E0A3}"/>
              </a:ext>
            </a:extLst>
          </p:cNvPr>
          <p:cNvSpPr txBox="1"/>
          <p:nvPr/>
        </p:nvSpPr>
        <p:spPr>
          <a:xfrm>
            <a:off x="454358" y="1205362"/>
            <a:ext cx="86172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50" dirty="0">
                <a:solidFill>
                  <a:srgbClr val="1F4040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  <a:sym typeface="Montserrat"/>
              </a:rPr>
              <a:t>Lecture Content</a:t>
            </a:r>
          </a:p>
        </p:txBody>
      </p:sp>
      <p:sp>
        <p:nvSpPr>
          <p:cNvPr id="3" name="Google Shape;49;p9">
            <a:extLst>
              <a:ext uri="{FF2B5EF4-FFF2-40B4-BE49-F238E27FC236}">
                <a16:creationId xmlns:a16="http://schemas.microsoft.com/office/drawing/2014/main" id="{3DA3DD55-8074-2E4E-98BC-EA0545DF5F15}"/>
              </a:ext>
            </a:extLst>
          </p:cNvPr>
          <p:cNvSpPr txBox="1"/>
          <p:nvPr/>
        </p:nvSpPr>
        <p:spPr>
          <a:xfrm>
            <a:off x="903260" y="1924367"/>
            <a:ext cx="8997459" cy="467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dirty="0"/>
              <a:t>Chugh, R., Macht, S., &amp; Hossain, R. (2022). Robotic Process Automation: a review of organizational grey literature. International Journal of Information Systems and Project Management, 10(1), 5-26.</a:t>
            </a:r>
          </a:p>
          <a:p>
            <a:r>
              <a:rPr lang="en-US" sz="1600" dirty="0" err="1"/>
              <a:t>Cybok</a:t>
            </a:r>
            <a:r>
              <a:rPr lang="en-US" sz="1600" dirty="0"/>
              <a:t>, 2009, The Cyber Security Body of Knowledge, https://www.cybok.org/media/downloads/CyBOK-version-1.0.pdf </a:t>
            </a:r>
          </a:p>
          <a:p>
            <a:r>
              <a:rPr lang="en-US" sz="1600" dirty="0"/>
              <a:t>Dell Technologies, 2019, Strengthen Security of Your Data Center with the NIST Cybersecurity Framework, https://www.dell.com/en-us/blog/strengthen-security-of-your-data-center-with-the-nist-cybersecurity-framework/ </a:t>
            </a:r>
          </a:p>
          <a:p>
            <a:r>
              <a:rPr lang="en-US" sz="1600" dirty="0"/>
              <a:t>Humayun, M., Niazi, M., </a:t>
            </a:r>
            <a:r>
              <a:rPr lang="en-US" sz="1600" dirty="0" err="1"/>
              <a:t>Jhanjhi</a:t>
            </a:r>
            <a:r>
              <a:rPr lang="en-US" sz="1600" dirty="0"/>
              <a:t>, N. Z., </a:t>
            </a:r>
            <a:r>
              <a:rPr lang="en-US" sz="1600" dirty="0" err="1"/>
              <a:t>Alshayeb</a:t>
            </a:r>
            <a:r>
              <a:rPr lang="en-US" sz="1600" dirty="0"/>
              <a:t>, M., &amp; Mahmood, S. (2020). Cyber security threats and vulnerabilities: a systematic mapping study. Arabian Journal for Science and Engineering, 45, 3171-3189. </a:t>
            </a:r>
          </a:p>
          <a:p>
            <a:r>
              <a:rPr lang="en-US" sz="1600" dirty="0" err="1"/>
              <a:t>iSoop</a:t>
            </a:r>
            <a:r>
              <a:rPr lang="en-US" sz="1600" dirty="0"/>
              <a:t>, 2023, The CIA triad of confidentiality, integrity and availability, https://www.i-scoop.eu/cybersecurity/cia-confidentiality-integrity-availability-security/ </a:t>
            </a:r>
          </a:p>
          <a:p>
            <a:r>
              <a:rPr lang="en-US" sz="1600" dirty="0"/>
              <a:t>Parker, S., Wu, Z., &amp; </a:t>
            </a:r>
            <a:r>
              <a:rPr lang="en-US" sz="1600" dirty="0" err="1"/>
              <a:t>Christofides</a:t>
            </a:r>
            <a:r>
              <a:rPr lang="en-US" sz="1600" dirty="0"/>
              <a:t>, P. D. (2023). Cybersecurity in process control, operations, and supply chain. Computers &amp; Chemical Engineering, 108169.</a:t>
            </a:r>
          </a:p>
          <a:p>
            <a:r>
              <a:rPr lang="en-US" sz="1600" dirty="0" err="1"/>
              <a:t>SecurityBase</a:t>
            </a:r>
            <a:r>
              <a:rPr lang="en-US" sz="1600" dirty="0"/>
              <a:t>, 2021, Cyber Security Standards and Frameworks – overview, https://securitybase.com.au/articles/cyber-security-standards-and-frameworks-an-overview)</a:t>
            </a:r>
          </a:p>
          <a:p>
            <a:r>
              <a:rPr lang="en-US" sz="1600" dirty="0" err="1"/>
              <a:t>Syafrizal</a:t>
            </a:r>
            <a:r>
              <a:rPr lang="en-US" sz="1600" dirty="0"/>
              <a:t>, M., Selamat, S. R., &amp; Zakaria, N. A. (2020). Analysis of cybersecurity standard and framework components. International Journal of Communication Networks and Information Security, 12(3), 417-432.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97A45-F5B2-20A0-6564-C2B68DBB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COIT20252 Business Process Management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7C8A2-625C-64DA-5E63-D8935D5D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A8D1-664A-4A38-8583-45D179171854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0413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0185-5069-F319-3C0D-0815A983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;p8">
            <a:extLst>
              <a:ext uri="{FF2B5EF4-FFF2-40B4-BE49-F238E27FC236}">
                <a16:creationId xmlns:a16="http://schemas.microsoft.com/office/drawing/2014/main" id="{C5ADA0AF-3846-DAB7-EAF5-90D8677AEE64}"/>
              </a:ext>
            </a:extLst>
          </p:cNvPr>
          <p:cNvSpPr txBox="1"/>
          <p:nvPr/>
        </p:nvSpPr>
        <p:spPr>
          <a:xfrm>
            <a:off x="529239" y="2462754"/>
            <a:ext cx="750932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800" b="1" dirty="0">
                <a:solidFill>
                  <a:srgbClr val="C7DB5C"/>
                </a:solidFill>
                <a:latin typeface="Georgia" panose="02040502050405020303" pitchFamily="18" charset="0"/>
                <a:ea typeface="Roboto Condensed" panose="02000000000000000000" pitchFamily="2" charset="0"/>
                <a:cs typeface="Arial Narrow" panose="020B0604020202020204" pitchFamily="34" charset="0"/>
                <a:sym typeface="Montserrat"/>
              </a:rPr>
              <a:t>Next Week</a:t>
            </a:r>
            <a:endParaRPr b="1" dirty="0">
              <a:solidFill>
                <a:srgbClr val="C7DB5C"/>
              </a:solidFill>
              <a:latin typeface="Georgia" panose="02040502050405020303" pitchFamily="18" charset="0"/>
              <a:ea typeface="Roboto Condensed" panose="02000000000000000000" pitchFamily="2" charset="0"/>
              <a:cs typeface="Arial Narrow" panose="020B0604020202020204" pitchFamily="34" charset="0"/>
              <a:sym typeface="Montserrat"/>
            </a:endParaRPr>
          </a:p>
        </p:txBody>
      </p:sp>
      <p:sp>
        <p:nvSpPr>
          <p:cNvPr id="3" name="Google Shape;47;p9">
            <a:extLst>
              <a:ext uri="{FF2B5EF4-FFF2-40B4-BE49-F238E27FC236}">
                <a16:creationId xmlns:a16="http://schemas.microsoft.com/office/drawing/2014/main" id="{49808FCF-6A37-B674-BC7E-18D3F40DA2C2}"/>
              </a:ext>
            </a:extLst>
          </p:cNvPr>
          <p:cNvSpPr txBox="1"/>
          <p:nvPr/>
        </p:nvSpPr>
        <p:spPr>
          <a:xfrm>
            <a:off x="655985" y="4537037"/>
            <a:ext cx="1098373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spc="-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</a:rPr>
              <a:t>Process Management Organisation and Culture</a:t>
            </a:r>
            <a:br>
              <a:rPr lang="en-US" sz="2000" b="1" spc="-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</a:rPr>
            </a:br>
            <a:r>
              <a:rPr lang="en-US" sz="2000" b="1" spc="-5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Noto Sans ExtraBold" panose="020B0502040504020204" pitchFamily="34" charset="0"/>
              </a:rPr>
              <a:t>Chapter 9</a:t>
            </a:r>
            <a:endParaRPr lang="en-US" sz="2000" b="1" spc="-5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Noto Sans ExtraBold" panose="020B0502040504020204" pitchFamily="34" charset="0"/>
            </a:endParaRPr>
          </a:p>
          <a:p>
            <a:pPr lvl="0"/>
            <a:endParaRPr lang="en-US" sz="2000" b="1" spc="-5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Noto Sans ExtraBold" panose="020B0502040504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77778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90540ad-24f6-4603-bebb-fc2239ec787a}" enabled="1" method="Privileged" siteId="{fdade0c4-3fea-4320-ae53-1a1742aeff1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10047</TotalTime>
  <Words>1933</Words>
  <Application>Microsoft Office PowerPoint</Application>
  <PresentationFormat>Widescreen</PresentationFormat>
  <Paragraphs>214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Georgia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Gitte Galea</dc:creator>
  <cp:lastModifiedBy>Gitte Galea</cp:lastModifiedBy>
  <cp:revision>3</cp:revision>
  <dcterms:created xsi:type="dcterms:W3CDTF">2025-06-19T00:55:13Z</dcterms:created>
  <dcterms:modified xsi:type="dcterms:W3CDTF">2026-01-07T02:50:57Z</dcterms:modified>
</cp:coreProperties>
</file>